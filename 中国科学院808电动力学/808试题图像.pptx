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58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7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3778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8"/>
        <p:guide pos="379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6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5" Type="http://schemas.openxmlformats.org/officeDocument/2006/relationships/image" Target="../media/image25.wmf"/><Relationship Id="rId24" Type="http://schemas.openxmlformats.org/officeDocument/2006/relationships/image" Target="../media/image24.wmf"/><Relationship Id="rId23" Type="http://schemas.openxmlformats.org/officeDocument/2006/relationships/image" Target="../media/image23.wmf"/><Relationship Id="rId22" Type="http://schemas.openxmlformats.org/officeDocument/2006/relationships/image" Target="../media/image22.wmf"/><Relationship Id="rId21" Type="http://schemas.openxmlformats.org/officeDocument/2006/relationships/image" Target="../media/image21.wmf"/><Relationship Id="rId20" Type="http://schemas.openxmlformats.org/officeDocument/2006/relationships/image" Target="../media/image20.wmf"/><Relationship Id="rId2" Type="http://schemas.openxmlformats.org/officeDocument/2006/relationships/image" Target="../media/image2.wmf"/><Relationship Id="rId19" Type="http://schemas.openxmlformats.org/officeDocument/2006/relationships/image" Target="../media/image19.wmf"/><Relationship Id="rId18" Type="http://schemas.openxmlformats.org/officeDocument/2006/relationships/image" Target="../media/image18.wmf"/><Relationship Id="rId17" Type="http://schemas.openxmlformats.org/officeDocument/2006/relationships/image" Target="../media/image17.wmf"/><Relationship Id="rId16" Type="http://schemas.openxmlformats.org/officeDocument/2006/relationships/image" Target="../media/image16.wmf"/><Relationship Id="rId15" Type="http://schemas.openxmlformats.org/officeDocument/2006/relationships/image" Target="../media/image15.wmf"/><Relationship Id="rId14" Type="http://schemas.openxmlformats.org/officeDocument/2006/relationships/image" Target="../media/image14.wmf"/><Relationship Id="rId13" Type="http://schemas.openxmlformats.org/officeDocument/2006/relationships/image" Target="../media/image13.wmf"/><Relationship Id="rId12" Type="http://schemas.openxmlformats.org/officeDocument/2006/relationships/image" Target="../media/image12.wmf"/><Relationship Id="rId11" Type="http://schemas.openxmlformats.org/officeDocument/2006/relationships/image" Target="../media/image11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9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4098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5.xml"/><Relationship Id="rId15" Type="http://schemas.openxmlformats.org/officeDocument/2006/relationships/tags" Target="../tags/tag4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image" Target="../media/image23.wmf"/><Relationship Id="rId98" Type="http://schemas.openxmlformats.org/officeDocument/2006/relationships/oleObject" Target="../embeddings/oleObject37.bin"/><Relationship Id="rId97" Type="http://schemas.openxmlformats.org/officeDocument/2006/relationships/image" Target="../media/image22.wmf"/><Relationship Id="rId96" Type="http://schemas.openxmlformats.org/officeDocument/2006/relationships/oleObject" Target="../embeddings/oleObject36.bin"/><Relationship Id="rId95" Type="http://schemas.openxmlformats.org/officeDocument/2006/relationships/image" Target="../media/image21.wmf"/><Relationship Id="rId94" Type="http://schemas.openxmlformats.org/officeDocument/2006/relationships/oleObject" Target="../embeddings/oleObject35.bin"/><Relationship Id="rId93" Type="http://schemas.openxmlformats.org/officeDocument/2006/relationships/oleObject" Target="../embeddings/oleObject34.bin"/><Relationship Id="rId92" Type="http://schemas.openxmlformats.org/officeDocument/2006/relationships/tags" Target="../tags/tag44.xml"/><Relationship Id="rId91" Type="http://schemas.openxmlformats.org/officeDocument/2006/relationships/oleObject" Target="../embeddings/oleObject33.bin"/><Relationship Id="rId90" Type="http://schemas.openxmlformats.org/officeDocument/2006/relationships/tags" Target="../tags/tag43.xml"/><Relationship Id="rId9" Type="http://schemas.openxmlformats.org/officeDocument/2006/relationships/tags" Target="../tags/tag8.xml"/><Relationship Id="rId89" Type="http://schemas.openxmlformats.org/officeDocument/2006/relationships/oleObject" Target="../embeddings/oleObject32.bin"/><Relationship Id="rId88" Type="http://schemas.openxmlformats.org/officeDocument/2006/relationships/tags" Target="../tags/tag42.xml"/><Relationship Id="rId87" Type="http://schemas.openxmlformats.org/officeDocument/2006/relationships/oleObject" Target="../embeddings/oleObject31.bin"/><Relationship Id="rId86" Type="http://schemas.openxmlformats.org/officeDocument/2006/relationships/tags" Target="../tags/tag41.xml"/><Relationship Id="rId85" Type="http://schemas.openxmlformats.org/officeDocument/2006/relationships/oleObject" Target="../embeddings/oleObject30.bin"/><Relationship Id="rId84" Type="http://schemas.openxmlformats.org/officeDocument/2006/relationships/tags" Target="../tags/tag40.xml"/><Relationship Id="rId83" Type="http://schemas.openxmlformats.org/officeDocument/2006/relationships/oleObject" Target="../embeddings/oleObject29.bin"/><Relationship Id="rId82" Type="http://schemas.openxmlformats.org/officeDocument/2006/relationships/tags" Target="../tags/tag39.xml"/><Relationship Id="rId81" Type="http://schemas.openxmlformats.org/officeDocument/2006/relationships/oleObject" Target="../embeddings/oleObject28.bin"/><Relationship Id="rId80" Type="http://schemas.openxmlformats.org/officeDocument/2006/relationships/tags" Target="../tags/tag38.xml"/><Relationship Id="rId8" Type="http://schemas.openxmlformats.org/officeDocument/2006/relationships/tags" Target="../tags/tag7.xml"/><Relationship Id="rId79" Type="http://schemas.openxmlformats.org/officeDocument/2006/relationships/oleObject" Target="../embeddings/oleObject27.bin"/><Relationship Id="rId78" Type="http://schemas.openxmlformats.org/officeDocument/2006/relationships/tags" Target="../tags/tag37.xml"/><Relationship Id="rId77" Type="http://schemas.openxmlformats.org/officeDocument/2006/relationships/oleObject" Target="../embeddings/oleObject26.bin"/><Relationship Id="rId76" Type="http://schemas.openxmlformats.org/officeDocument/2006/relationships/tags" Target="../tags/tag36.xml"/><Relationship Id="rId75" Type="http://schemas.openxmlformats.org/officeDocument/2006/relationships/tags" Target="../tags/tag35.xml"/><Relationship Id="rId74" Type="http://schemas.openxmlformats.org/officeDocument/2006/relationships/tags" Target="../tags/tag34.xml"/><Relationship Id="rId73" Type="http://schemas.openxmlformats.org/officeDocument/2006/relationships/tags" Target="../tags/tag33.xml"/><Relationship Id="rId72" Type="http://schemas.openxmlformats.org/officeDocument/2006/relationships/image" Target="../media/image20.wmf"/><Relationship Id="rId71" Type="http://schemas.openxmlformats.org/officeDocument/2006/relationships/oleObject" Target="../embeddings/oleObject25.bin"/><Relationship Id="rId70" Type="http://schemas.openxmlformats.org/officeDocument/2006/relationships/tags" Target="../tags/tag32.xml"/><Relationship Id="rId7" Type="http://schemas.openxmlformats.org/officeDocument/2006/relationships/tags" Target="../tags/tag6.xml"/><Relationship Id="rId69" Type="http://schemas.openxmlformats.org/officeDocument/2006/relationships/image" Target="../media/image19.wmf"/><Relationship Id="rId68" Type="http://schemas.openxmlformats.org/officeDocument/2006/relationships/oleObject" Target="../embeddings/oleObject24.bin"/><Relationship Id="rId67" Type="http://schemas.openxmlformats.org/officeDocument/2006/relationships/image" Target="../media/image18.wmf"/><Relationship Id="rId66" Type="http://schemas.openxmlformats.org/officeDocument/2006/relationships/oleObject" Target="../embeddings/oleObject23.bin"/><Relationship Id="rId65" Type="http://schemas.openxmlformats.org/officeDocument/2006/relationships/oleObject" Target="../embeddings/oleObject22.bin"/><Relationship Id="rId64" Type="http://schemas.openxmlformats.org/officeDocument/2006/relationships/tags" Target="../tags/tag31.xml"/><Relationship Id="rId63" Type="http://schemas.openxmlformats.org/officeDocument/2006/relationships/image" Target="../media/image17.wmf"/><Relationship Id="rId62" Type="http://schemas.openxmlformats.org/officeDocument/2006/relationships/oleObject" Target="../embeddings/oleObject21.bin"/><Relationship Id="rId61" Type="http://schemas.openxmlformats.org/officeDocument/2006/relationships/oleObject" Target="../embeddings/oleObject20.bin"/><Relationship Id="rId60" Type="http://schemas.openxmlformats.org/officeDocument/2006/relationships/tags" Target="../tags/tag30.xml"/><Relationship Id="rId6" Type="http://schemas.openxmlformats.org/officeDocument/2006/relationships/image" Target="../media/image3.wmf"/><Relationship Id="rId59" Type="http://schemas.openxmlformats.org/officeDocument/2006/relationships/image" Target="../media/image16.wmf"/><Relationship Id="rId58" Type="http://schemas.openxmlformats.org/officeDocument/2006/relationships/oleObject" Target="../embeddings/oleObject19.bin"/><Relationship Id="rId57" Type="http://schemas.openxmlformats.org/officeDocument/2006/relationships/tags" Target="../tags/tag29.xml"/><Relationship Id="rId56" Type="http://schemas.openxmlformats.org/officeDocument/2006/relationships/image" Target="../media/image15.wmf"/><Relationship Id="rId55" Type="http://schemas.openxmlformats.org/officeDocument/2006/relationships/oleObject" Target="../embeddings/oleObject18.bin"/><Relationship Id="rId54" Type="http://schemas.openxmlformats.org/officeDocument/2006/relationships/tags" Target="../tags/tag28.xml"/><Relationship Id="rId53" Type="http://schemas.openxmlformats.org/officeDocument/2006/relationships/oleObject" Target="../embeddings/oleObject17.bin"/><Relationship Id="rId52" Type="http://schemas.openxmlformats.org/officeDocument/2006/relationships/image" Target="../media/image14.wmf"/><Relationship Id="rId51" Type="http://schemas.openxmlformats.org/officeDocument/2006/relationships/oleObject" Target="../embeddings/oleObject16.bin"/><Relationship Id="rId50" Type="http://schemas.openxmlformats.org/officeDocument/2006/relationships/image" Target="../media/image13.wmf"/><Relationship Id="rId5" Type="http://schemas.openxmlformats.org/officeDocument/2006/relationships/oleObject" Target="../embeddings/oleObject3.bin"/><Relationship Id="rId49" Type="http://schemas.openxmlformats.org/officeDocument/2006/relationships/oleObject" Target="../embeddings/oleObject15.bin"/><Relationship Id="rId48" Type="http://schemas.openxmlformats.org/officeDocument/2006/relationships/tags" Target="../tags/tag27.xml"/><Relationship Id="rId47" Type="http://schemas.openxmlformats.org/officeDocument/2006/relationships/image" Target="../media/image12.wmf"/><Relationship Id="rId46" Type="http://schemas.openxmlformats.org/officeDocument/2006/relationships/oleObject" Target="../embeddings/oleObject14.bin"/><Relationship Id="rId45" Type="http://schemas.openxmlformats.org/officeDocument/2006/relationships/tags" Target="../tags/tag26.xml"/><Relationship Id="rId44" Type="http://schemas.openxmlformats.org/officeDocument/2006/relationships/image" Target="../media/image11.wmf"/><Relationship Id="rId43" Type="http://schemas.openxmlformats.org/officeDocument/2006/relationships/oleObject" Target="../embeddings/oleObject13.bin"/><Relationship Id="rId42" Type="http://schemas.openxmlformats.org/officeDocument/2006/relationships/tags" Target="../tags/tag25.xml"/><Relationship Id="rId41" Type="http://schemas.openxmlformats.org/officeDocument/2006/relationships/image" Target="../media/image10.wmf"/><Relationship Id="rId40" Type="http://schemas.openxmlformats.org/officeDocument/2006/relationships/oleObject" Target="../embeddings/oleObject12.bin"/><Relationship Id="rId4" Type="http://schemas.openxmlformats.org/officeDocument/2006/relationships/image" Target="../media/image2.wmf"/><Relationship Id="rId39" Type="http://schemas.openxmlformats.org/officeDocument/2006/relationships/oleObject" Target="../embeddings/oleObject11.bin"/><Relationship Id="rId38" Type="http://schemas.openxmlformats.org/officeDocument/2006/relationships/tags" Target="../tags/tag24.xml"/><Relationship Id="rId37" Type="http://schemas.openxmlformats.org/officeDocument/2006/relationships/oleObject" Target="../embeddings/oleObject10.bin"/><Relationship Id="rId36" Type="http://schemas.openxmlformats.org/officeDocument/2006/relationships/tags" Target="../tags/tag23.xml"/><Relationship Id="rId35" Type="http://schemas.openxmlformats.org/officeDocument/2006/relationships/image" Target="../media/image9.wmf"/><Relationship Id="rId34" Type="http://schemas.openxmlformats.org/officeDocument/2006/relationships/oleObject" Target="../embeddings/oleObject9.bin"/><Relationship Id="rId33" Type="http://schemas.openxmlformats.org/officeDocument/2006/relationships/image" Target="../media/image8.wmf"/><Relationship Id="rId32" Type="http://schemas.openxmlformats.org/officeDocument/2006/relationships/oleObject" Target="../embeddings/oleObject8.bin"/><Relationship Id="rId31" Type="http://schemas.openxmlformats.org/officeDocument/2006/relationships/tags" Target="../tags/tag22.xml"/><Relationship Id="rId30" Type="http://schemas.openxmlformats.org/officeDocument/2006/relationships/tags" Target="../tags/tag21.xml"/><Relationship Id="rId3" Type="http://schemas.openxmlformats.org/officeDocument/2006/relationships/oleObject" Target="../embeddings/oleObject2.bin"/><Relationship Id="rId29" Type="http://schemas.openxmlformats.org/officeDocument/2006/relationships/tags" Target="../tags/tag20.xml"/><Relationship Id="rId28" Type="http://schemas.openxmlformats.org/officeDocument/2006/relationships/tags" Target="../tags/tag19.xml"/><Relationship Id="rId27" Type="http://schemas.openxmlformats.org/officeDocument/2006/relationships/image" Target="../media/image7.wmf"/><Relationship Id="rId26" Type="http://schemas.openxmlformats.org/officeDocument/2006/relationships/oleObject" Target="../embeddings/oleObject7.bin"/><Relationship Id="rId25" Type="http://schemas.openxmlformats.org/officeDocument/2006/relationships/tags" Target="../tags/tag18.xml"/><Relationship Id="rId24" Type="http://schemas.openxmlformats.org/officeDocument/2006/relationships/image" Target="../media/image6.wmf"/><Relationship Id="rId23" Type="http://schemas.openxmlformats.org/officeDocument/2006/relationships/oleObject" Target="../embeddings/oleObject6.bin"/><Relationship Id="rId22" Type="http://schemas.openxmlformats.org/officeDocument/2006/relationships/tags" Target="../tags/tag17.xml"/><Relationship Id="rId21" Type="http://schemas.openxmlformats.org/officeDocument/2006/relationships/image" Target="../media/image5.wmf"/><Relationship Id="rId20" Type="http://schemas.openxmlformats.org/officeDocument/2006/relationships/oleObject" Target="../embeddings/oleObject5.bin"/><Relationship Id="rId2" Type="http://schemas.openxmlformats.org/officeDocument/2006/relationships/image" Target="../media/image1.wmf"/><Relationship Id="rId19" Type="http://schemas.openxmlformats.org/officeDocument/2006/relationships/tags" Target="../tags/tag16.xml"/><Relationship Id="rId18" Type="http://schemas.openxmlformats.org/officeDocument/2006/relationships/image" Target="../media/image4.wmf"/><Relationship Id="rId17" Type="http://schemas.openxmlformats.org/officeDocument/2006/relationships/oleObject" Target="../embeddings/oleObject4.bin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6" Type="http://schemas.openxmlformats.org/officeDocument/2006/relationships/notesSlide" Target="../notesSlides/notesSlide1.xml"/><Relationship Id="rId115" Type="http://schemas.openxmlformats.org/officeDocument/2006/relationships/vmlDrawing" Target="../drawings/vmlDrawing1.vml"/><Relationship Id="rId114" Type="http://schemas.openxmlformats.org/officeDocument/2006/relationships/slideLayout" Target="../slideLayouts/slideLayout1.xml"/><Relationship Id="rId113" Type="http://schemas.openxmlformats.org/officeDocument/2006/relationships/tags" Target="../tags/tag51.xml"/><Relationship Id="rId112" Type="http://schemas.openxmlformats.org/officeDocument/2006/relationships/oleObject" Target="../embeddings/oleObject42.bin"/><Relationship Id="rId111" Type="http://schemas.openxmlformats.org/officeDocument/2006/relationships/tags" Target="../tags/tag50.xml"/><Relationship Id="rId110" Type="http://schemas.openxmlformats.org/officeDocument/2006/relationships/image" Target="../media/image25.wmf"/><Relationship Id="rId11" Type="http://schemas.openxmlformats.org/officeDocument/2006/relationships/tags" Target="../tags/tag10.xml"/><Relationship Id="rId109" Type="http://schemas.openxmlformats.org/officeDocument/2006/relationships/oleObject" Target="../embeddings/oleObject41.bin"/><Relationship Id="rId108" Type="http://schemas.openxmlformats.org/officeDocument/2006/relationships/tags" Target="../tags/tag49.xml"/><Relationship Id="rId107" Type="http://schemas.openxmlformats.org/officeDocument/2006/relationships/image" Target="../media/image24.wmf"/><Relationship Id="rId106" Type="http://schemas.openxmlformats.org/officeDocument/2006/relationships/oleObject" Target="../embeddings/oleObject40.bin"/><Relationship Id="rId105" Type="http://schemas.openxmlformats.org/officeDocument/2006/relationships/tags" Target="../tags/tag48.xml"/><Relationship Id="rId104" Type="http://schemas.openxmlformats.org/officeDocument/2006/relationships/oleObject" Target="../embeddings/oleObject39.bin"/><Relationship Id="rId103" Type="http://schemas.openxmlformats.org/officeDocument/2006/relationships/tags" Target="../tags/tag47.xml"/><Relationship Id="rId102" Type="http://schemas.openxmlformats.org/officeDocument/2006/relationships/tags" Target="../tags/tag46.xml"/><Relationship Id="rId101" Type="http://schemas.openxmlformats.org/officeDocument/2006/relationships/tags" Target="../tags/tag45.xml"/><Relationship Id="rId100" Type="http://schemas.openxmlformats.org/officeDocument/2006/relationships/oleObject" Target="../embeddings/oleObject38.bin"/><Relationship Id="rId10" Type="http://schemas.openxmlformats.org/officeDocument/2006/relationships/tags" Target="../tags/tag9.xml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0" Type="http://schemas.openxmlformats.org/officeDocument/2006/relationships/notesSlide" Target="../notesSlides/notesSlide2.xml"/><Relationship Id="rId4" Type="http://schemas.openxmlformats.org/officeDocument/2006/relationships/image" Target="../media/image26.png"/><Relationship Id="rId39" Type="http://schemas.openxmlformats.org/officeDocument/2006/relationships/vmlDrawing" Target="../drawings/vmlDrawing2.vml"/><Relationship Id="rId38" Type="http://schemas.openxmlformats.org/officeDocument/2006/relationships/slideLayout" Target="../slideLayouts/slideLayout2.xml"/><Relationship Id="rId37" Type="http://schemas.openxmlformats.org/officeDocument/2006/relationships/tags" Target="../tags/tag58.xml"/><Relationship Id="rId36" Type="http://schemas.openxmlformats.org/officeDocument/2006/relationships/image" Target="../media/image45.png"/><Relationship Id="rId35" Type="http://schemas.openxmlformats.org/officeDocument/2006/relationships/image" Target="../media/image44.png"/><Relationship Id="rId34" Type="http://schemas.openxmlformats.org/officeDocument/2006/relationships/image" Target="../media/image43.png"/><Relationship Id="rId33" Type="http://schemas.openxmlformats.org/officeDocument/2006/relationships/image" Target="../media/image42.png"/><Relationship Id="rId32" Type="http://schemas.openxmlformats.org/officeDocument/2006/relationships/image" Target="../media/image41.png"/><Relationship Id="rId31" Type="http://schemas.openxmlformats.org/officeDocument/2006/relationships/image" Target="../media/image40.png"/><Relationship Id="rId30" Type="http://schemas.openxmlformats.org/officeDocument/2006/relationships/image" Target="../media/image39.png"/><Relationship Id="rId3" Type="http://schemas.openxmlformats.org/officeDocument/2006/relationships/image" Target="../media/image7.wmf"/><Relationship Id="rId29" Type="http://schemas.openxmlformats.org/officeDocument/2006/relationships/oleObject" Target="../embeddings/oleObject48.bin"/><Relationship Id="rId28" Type="http://schemas.openxmlformats.org/officeDocument/2006/relationships/tags" Target="../tags/tag57.xml"/><Relationship Id="rId27" Type="http://schemas.openxmlformats.org/officeDocument/2006/relationships/oleObject" Target="../embeddings/oleObject47.bin"/><Relationship Id="rId26" Type="http://schemas.openxmlformats.org/officeDocument/2006/relationships/tags" Target="../tags/tag56.xml"/><Relationship Id="rId25" Type="http://schemas.openxmlformats.org/officeDocument/2006/relationships/image" Target="../media/image38.png"/><Relationship Id="rId24" Type="http://schemas.openxmlformats.org/officeDocument/2006/relationships/image" Target="../media/image37.png"/><Relationship Id="rId23" Type="http://schemas.openxmlformats.org/officeDocument/2006/relationships/image" Target="../media/image36.png"/><Relationship Id="rId22" Type="http://schemas.openxmlformats.org/officeDocument/2006/relationships/image" Target="../media/image35.png"/><Relationship Id="rId21" Type="http://schemas.openxmlformats.org/officeDocument/2006/relationships/image" Target="../media/image34.png"/><Relationship Id="rId20" Type="http://schemas.openxmlformats.org/officeDocument/2006/relationships/image" Target="../media/image33.png"/><Relationship Id="rId2" Type="http://schemas.openxmlformats.org/officeDocument/2006/relationships/oleObject" Target="../embeddings/oleObject43.bin"/><Relationship Id="rId19" Type="http://schemas.openxmlformats.org/officeDocument/2006/relationships/image" Target="../media/image32.png"/><Relationship Id="rId18" Type="http://schemas.openxmlformats.org/officeDocument/2006/relationships/image" Target="../media/image9.wmf"/><Relationship Id="rId17" Type="http://schemas.openxmlformats.org/officeDocument/2006/relationships/oleObject" Target="../embeddings/oleObject46.bin"/><Relationship Id="rId16" Type="http://schemas.openxmlformats.org/officeDocument/2006/relationships/tags" Target="../tags/tag55.xml"/><Relationship Id="rId15" Type="http://schemas.openxmlformats.org/officeDocument/2006/relationships/image" Target="../media/image12.wmf"/><Relationship Id="rId14" Type="http://schemas.openxmlformats.org/officeDocument/2006/relationships/oleObject" Target="../embeddings/oleObject45.bin"/><Relationship Id="rId13" Type="http://schemas.openxmlformats.org/officeDocument/2006/relationships/tags" Target="../tags/tag54.xml"/><Relationship Id="rId12" Type="http://schemas.openxmlformats.org/officeDocument/2006/relationships/image" Target="../media/image11.wmf"/><Relationship Id="rId11" Type="http://schemas.openxmlformats.org/officeDocument/2006/relationships/oleObject" Target="../embeddings/oleObject44.bin"/><Relationship Id="rId10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wmf"/><Relationship Id="rId8" Type="http://schemas.openxmlformats.org/officeDocument/2006/relationships/oleObject" Target="../embeddings/oleObject49.bin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4" Type="http://schemas.openxmlformats.org/officeDocument/2006/relationships/vmlDrawing" Target="../drawings/vmlDrawing3.vml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59.xml"/><Relationship Id="rId31" Type="http://schemas.openxmlformats.org/officeDocument/2006/relationships/image" Target="../media/image70.png"/><Relationship Id="rId30" Type="http://schemas.openxmlformats.org/officeDocument/2006/relationships/image" Target="../media/image69.png"/><Relationship Id="rId3" Type="http://schemas.openxmlformats.org/officeDocument/2006/relationships/image" Target="../media/image48.png"/><Relationship Id="rId29" Type="http://schemas.openxmlformats.org/officeDocument/2006/relationships/image" Target="../media/image68.png"/><Relationship Id="rId28" Type="http://schemas.openxmlformats.org/officeDocument/2006/relationships/image" Target="../media/image67.png"/><Relationship Id="rId27" Type="http://schemas.openxmlformats.org/officeDocument/2006/relationships/image" Target="../media/image66.png"/><Relationship Id="rId26" Type="http://schemas.openxmlformats.org/officeDocument/2006/relationships/image" Target="../media/image65.png"/><Relationship Id="rId25" Type="http://schemas.openxmlformats.org/officeDocument/2006/relationships/image" Target="../media/image64.png"/><Relationship Id="rId24" Type="http://schemas.openxmlformats.org/officeDocument/2006/relationships/image" Target="../media/image63.png"/><Relationship Id="rId23" Type="http://schemas.openxmlformats.org/officeDocument/2006/relationships/image" Target="../media/image62.png"/><Relationship Id="rId22" Type="http://schemas.openxmlformats.org/officeDocument/2006/relationships/image" Target="../media/image61.png"/><Relationship Id="rId21" Type="http://schemas.openxmlformats.org/officeDocument/2006/relationships/image" Target="../media/image60.png"/><Relationship Id="rId20" Type="http://schemas.openxmlformats.org/officeDocument/2006/relationships/image" Target="../media/image59.png"/><Relationship Id="rId2" Type="http://schemas.openxmlformats.org/officeDocument/2006/relationships/image" Target="../media/image47.png"/><Relationship Id="rId19" Type="http://schemas.openxmlformats.org/officeDocument/2006/relationships/image" Target="../media/image58.png"/><Relationship Id="rId18" Type="http://schemas.openxmlformats.org/officeDocument/2006/relationships/image" Target="../media/image57.png"/><Relationship Id="rId17" Type="http://schemas.openxmlformats.org/officeDocument/2006/relationships/image" Target="../media/image56.png"/><Relationship Id="rId16" Type="http://schemas.openxmlformats.org/officeDocument/2006/relationships/image" Target="../media/image55.png"/><Relationship Id="rId15" Type="http://schemas.openxmlformats.org/officeDocument/2006/relationships/image" Target="../media/image54.png"/><Relationship Id="rId14" Type="http://schemas.openxmlformats.org/officeDocument/2006/relationships/image" Target="../media/image45.png"/><Relationship Id="rId13" Type="http://schemas.openxmlformats.org/officeDocument/2006/relationships/image" Target="../media/image44.png"/><Relationship Id="rId12" Type="http://schemas.openxmlformats.org/officeDocument/2006/relationships/image" Target="../media/image53.png"/><Relationship Id="rId11" Type="http://schemas.openxmlformats.org/officeDocument/2006/relationships/image" Target="../media/image3.wmf"/><Relationship Id="rId10" Type="http://schemas.openxmlformats.org/officeDocument/2006/relationships/oleObject" Target="../embeddings/oleObject50.bin"/><Relationship Id="rId1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image" Target="../media/image78.png"/><Relationship Id="rId7" Type="http://schemas.openxmlformats.org/officeDocument/2006/relationships/image" Target="../media/image77.png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60.xml"/><Relationship Id="rId2" Type="http://schemas.openxmlformats.org/officeDocument/2006/relationships/image" Target="../media/image72.png"/><Relationship Id="rId19" Type="http://schemas.openxmlformats.org/officeDocument/2006/relationships/image" Target="../media/image89.png"/><Relationship Id="rId18" Type="http://schemas.openxmlformats.org/officeDocument/2006/relationships/image" Target="../media/image88.png"/><Relationship Id="rId17" Type="http://schemas.openxmlformats.org/officeDocument/2006/relationships/image" Target="../media/image87.png"/><Relationship Id="rId16" Type="http://schemas.openxmlformats.org/officeDocument/2006/relationships/image" Target="../media/image86.png"/><Relationship Id="rId15" Type="http://schemas.openxmlformats.org/officeDocument/2006/relationships/image" Target="../media/image85.png"/><Relationship Id="rId14" Type="http://schemas.openxmlformats.org/officeDocument/2006/relationships/image" Target="../media/image84.png"/><Relationship Id="rId13" Type="http://schemas.openxmlformats.org/officeDocument/2006/relationships/image" Target="../media/image83.png"/><Relationship Id="rId12" Type="http://schemas.openxmlformats.org/officeDocument/2006/relationships/image" Target="../media/image82.png"/><Relationship Id="rId11" Type="http://schemas.openxmlformats.org/officeDocument/2006/relationships/image" Target="../media/image81.png"/><Relationship Id="rId10" Type="http://schemas.openxmlformats.org/officeDocument/2006/relationships/image" Target="../media/image80.png"/><Relationship Id="rId1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平行四边形 3"/>
          <p:cNvSpPr/>
          <p:nvPr/>
        </p:nvSpPr>
        <p:spPr>
          <a:xfrm rot="19800000">
            <a:off x="168275" y="688975"/>
            <a:ext cx="1733550" cy="1138238"/>
          </a:xfrm>
          <a:prstGeom prst="parallelogram">
            <a:avLst>
              <a:gd name="adj" fmla="val 59124"/>
            </a:avLst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cxnSp>
        <p:nvCxnSpPr>
          <p:cNvPr id="6" name="直接箭头连接符 5"/>
          <p:cNvCxnSpPr/>
          <p:nvPr/>
        </p:nvCxnSpPr>
        <p:spPr>
          <a:xfrm>
            <a:off x="1054100" y="1231900"/>
            <a:ext cx="1216025" cy="31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1054100" y="1236663"/>
            <a:ext cx="1127125" cy="46831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弧形 9"/>
          <p:cNvSpPr/>
          <p:nvPr/>
        </p:nvSpPr>
        <p:spPr>
          <a:xfrm rot="2460000">
            <a:off x="355600" y="530225"/>
            <a:ext cx="1290638" cy="1565275"/>
          </a:xfrm>
          <a:prstGeom prst="arc">
            <a:avLst>
              <a:gd name="adj1" fmla="val 18756719"/>
              <a:gd name="adj2" fmla="val 19991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graphicFrame>
        <p:nvGraphicFramePr>
          <p:cNvPr id="3077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98638" y="666750"/>
          <a:ext cx="5619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" r:id="rId1" imgW="241300" imgH="215900" progId="Equation.KSEE3">
                  <p:embed/>
                </p:oleObj>
              </mc:Choice>
              <mc:Fallback>
                <p:oleObj name="" r:id="rId1" imgW="241300" imgH="215900" progId="Equation.KSEE3">
                  <p:embed/>
                  <p:pic>
                    <p:nvPicPr>
                      <p:cNvPr id="0" name="图片 4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98638" y="666750"/>
                        <a:ext cx="56197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89100" y="1330325"/>
          <a:ext cx="26670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" r:id="rId3" imgW="254000" imgH="177165" progId="Equation.KSEE3">
                  <p:embed/>
                </p:oleObj>
              </mc:Choice>
              <mc:Fallback>
                <p:oleObj name="" r:id="rId3" imgW="254000" imgH="177165" progId="Equation.KSEE3">
                  <p:embed/>
                  <p:pic>
                    <p:nvPicPr>
                      <p:cNvPr id="0" name="图片 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9100" y="1330325"/>
                        <a:ext cx="266700" cy="184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31975" y="1704975"/>
          <a:ext cx="3778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" r:id="rId5" imgW="152400" imgH="203200" progId="Equation.KSEE3">
                  <p:embed/>
                </p:oleObj>
              </mc:Choice>
              <mc:Fallback>
                <p:oleObj name="" r:id="rId5" imgW="152400" imgH="203200" progId="Equation.KSEE3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1975" y="1704975"/>
                        <a:ext cx="37782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>
            <a:off x="393700" y="3421063"/>
            <a:ext cx="0" cy="264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81" name="文本框 1"/>
          <p:cNvSpPr txBox="1"/>
          <p:nvPr>
            <p:custDataLst>
              <p:tags r:id="rId8"/>
            </p:custDataLst>
          </p:nvPr>
        </p:nvSpPr>
        <p:spPr>
          <a:xfrm>
            <a:off x="446088" y="3462338"/>
            <a:ext cx="2127250" cy="2584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+                        -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+                        -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+                        -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+                        -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+                        -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+                        -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+                        -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+                        -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+                        -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椭圆 16"/>
          <p:cNvSpPr/>
          <p:nvPr>
            <p:custDataLst>
              <p:tags r:id="rId9"/>
            </p:custDataLst>
          </p:nvPr>
        </p:nvSpPr>
        <p:spPr>
          <a:xfrm>
            <a:off x="982663" y="4324350"/>
            <a:ext cx="917575" cy="919163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cxnSp>
        <p:nvCxnSpPr>
          <p:cNvPr id="18" name="直接箭头连接符 17"/>
          <p:cNvCxnSpPr>
            <a:endCxn id="17" idx="7"/>
          </p:cNvCxnSpPr>
          <p:nvPr>
            <p:custDataLst>
              <p:tags r:id="rId10"/>
            </p:custDataLst>
          </p:nvPr>
        </p:nvCxnSpPr>
        <p:spPr>
          <a:xfrm flipV="1">
            <a:off x="1455738" y="4459288"/>
            <a:ext cx="309563" cy="3190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1"/>
            </p:custDataLst>
          </p:nvPr>
        </p:nvCxnSpPr>
        <p:spPr>
          <a:xfrm flipH="1">
            <a:off x="736600" y="3521075"/>
            <a:ext cx="398463" cy="3937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2"/>
            </p:custDataLst>
          </p:nvPr>
        </p:nvCxnSpPr>
        <p:spPr>
          <a:xfrm flipH="1">
            <a:off x="728663" y="3525838"/>
            <a:ext cx="960438" cy="95408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>
            <p:custDataLst>
              <p:tags r:id="rId13"/>
            </p:custDataLst>
          </p:nvPr>
        </p:nvCxnSpPr>
        <p:spPr>
          <a:xfrm flipH="1">
            <a:off x="776288" y="5099050"/>
            <a:ext cx="246063" cy="24447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>
            <p:custDataLst>
              <p:tags r:id="rId14"/>
            </p:custDataLst>
          </p:nvPr>
        </p:nvCxnSpPr>
        <p:spPr>
          <a:xfrm flipH="1">
            <a:off x="1143000" y="4918075"/>
            <a:ext cx="958850" cy="95091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15"/>
            </p:custDataLst>
          </p:nvPr>
        </p:nvCxnSpPr>
        <p:spPr>
          <a:xfrm flipH="1">
            <a:off x="1774825" y="4043363"/>
            <a:ext cx="325438" cy="30956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089" name="对象 3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177800" y="3089275"/>
          <a:ext cx="52546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7" imgW="241300" imgH="152400" progId="Equation.KSEE3">
                  <p:embed/>
                </p:oleObj>
              </mc:Choice>
              <mc:Fallback>
                <p:oleObj name="" r:id="rId17" imgW="241300" imgH="152400" progId="Equation.KSEE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7800" y="3089275"/>
                        <a:ext cx="525463" cy="331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0" name="对象 3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1490663" y="4733925"/>
          <a:ext cx="30797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20" imgW="190500" imgH="228600" progId="Equation.KSEE3">
                  <p:embed/>
                </p:oleObj>
              </mc:Choice>
              <mc:Fallback>
                <p:oleObj name="" r:id="rId20" imgW="190500" imgH="228600" progId="Equation.KSEE3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490663" y="4733925"/>
                        <a:ext cx="307975" cy="369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1" name="对象 35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2"/>
            </p:custDataLst>
          </p:nvPr>
        </p:nvGraphicFramePr>
        <p:xfrm>
          <a:off x="1200150" y="4670425"/>
          <a:ext cx="160338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23" imgW="152400" imgH="177165" progId="Equation.KSEE3">
                  <p:embed/>
                </p:oleObj>
              </mc:Choice>
              <mc:Fallback>
                <p:oleObj name="" r:id="rId23" imgW="152400" imgH="177165" progId="Equation.KSEE3">
                  <p:embed/>
                  <p:pic>
                    <p:nvPicPr>
                      <p:cNvPr id="0" name="图片 1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00150" y="4670425"/>
                        <a:ext cx="160338" cy="185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" name="对象 3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5"/>
            </p:custDataLst>
          </p:nvPr>
        </p:nvGraphicFramePr>
        <p:xfrm>
          <a:off x="1614488" y="5619750"/>
          <a:ext cx="3587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26" imgW="127000" imgH="139700" progId="Equation.KSEE3">
                  <p:embed/>
                </p:oleObj>
              </mc:Choice>
              <mc:Fallback>
                <p:oleObj name="" r:id="rId26" imgW="127000" imgH="139700" progId="Equation.KSEE3">
                  <p:embed/>
                  <p:pic>
                    <p:nvPicPr>
                      <p:cNvPr id="0" name="图片 21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614488" y="5619750"/>
                        <a:ext cx="358775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直接连接符 37"/>
          <p:cNvCxnSpPr/>
          <p:nvPr>
            <p:custDataLst>
              <p:tags r:id="rId28"/>
            </p:custDataLst>
          </p:nvPr>
        </p:nvCxnSpPr>
        <p:spPr>
          <a:xfrm>
            <a:off x="342900" y="3421063"/>
            <a:ext cx="0" cy="264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29"/>
            </p:custDataLst>
          </p:nvPr>
        </p:nvCxnSpPr>
        <p:spPr>
          <a:xfrm>
            <a:off x="2471738" y="3421063"/>
            <a:ext cx="0" cy="264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30"/>
            </p:custDataLst>
          </p:nvPr>
        </p:nvCxnSpPr>
        <p:spPr>
          <a:xfrm>
            <a:off x="2419350" y="3421063"/>
            <a:ext cx="0" cy="264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096" name="对象 4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1"/>
            </p:custDataLst>
          </p:nvPr>
        </p:nvGraphicFramePr>
        <p:xfrm>
          <a:off x="2171700" y="3101975"/>
          <a:ext cx="52546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2" imgW="241300" imgH="139700" progId="Equation.KSEE3">
                  <p:embed/>
                </p:oleObj>
              </mc:Choice>
              <mc:Fallback>
                <p:oleObj name="" r:id="rId32" imgW="241300" imgH="139700" progId="Equation.KSEE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171700" y="3101975"/>
                        <a:ext cx="525463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/>
          <p:cNvCxnSpPr/>
          <p:nvPr/>
        </p:nvCxnSpPr>
        <p:spPr>
          <a:xfrm>
            <a:off x="3913188" y="1871663"/>
            <a:ext cx="1397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3913188" y="533400"/>
            <a:ext cx="0" cy="13382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3481388" y="1870075"/>
            <a:ext cx="433388" cy="7508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100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856038" y="1808163"/>
          <a:ext cx="1143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" r:id="rId34" imgW="114300" imgH="127000" progId="Equation.KSEE3">
                  <p:embed/>
                </p:oleObj>
              </mc:Choice>
              <mc:Fallback>
                <p:oleObj name="" r:id="rId34" imgW="114300" imgH="127000" progId="Equation.KSEE3">
                  <p:embed/>
                  <p:pic>
                    <p:nvPicPr>
                      <p:cNvPr id="0" name="图片 36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3856038" y="1808163"/>
                        <a:ext cx="114300" cy="12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1" name="对象 1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3856038" y="923925"/>
          <a:ext cx="1143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" r:id="rId37" imgW="114300" imgH="127000" progId="Equation.KSEE3">
                  <p:embed/>
                </p:oleObj>
              </mc:Choice>
              <mc:Fallback>
                <p:oleObj name="" r:id="rId37" imgW="114300" imgH="127000" progId="Equation.KSEE3">
                  <p:embed/>
                  <p:pic>
                    <p:nvPicPr>
                      <p:cNvPr id="0" name="图片 40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3856038" y="923925"/>
                        <a:ext cx="114300" cy="12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" name="对象 1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8"/>
            </p:custDataLst>
          </p:nvPr>
        </p:nvGraphicFramePr>
        <p:xfrm>
          <a:off x="3856038" y="1365250"/>
          <a:ext cx="1143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9" imgW="114300" imgH="127000" progId="Equation.KSEE3">
                  <p:embed/>
                </p:oleObj>
              </mc:Choice>
              <mc:Fallback>
                <p:oleObj name="" r:id="rId39" imgW="114300" imgH="127000" progId="Equation.KSEE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3856038" y="1365250"/>
                        <a:ext cx="114300" cy="12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3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73425" y="2501900"/>
          <a:ext cx="1778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40" imgW="177165" imgH="165100" progId="Equation.KSEE3">
                  <p:embed/>
                </p:oleObj>
              </mc:Choice>
              <mc:Fallback>
                <p:oleObj name="" r:id="rId40" imgW="177165" imgH="165100" progId="Equation.KSEE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3273425" y="2501900"/>
                        <a:ext cx="1778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4" name="对象 15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42"/>
            </p:custDataLst>
          </p:nvPr>
        </p:nvGraphicFramePr>
        <p:xfrm>
          <a:off x="4011613" y="460375"/>
          <a:ext cx="1524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43" imgW="152400" imgH="165100" progId="Equation.KSEE3">
                  <p:embed/>
                </p:oleObj>
              </mc:Choice>
              <mc:Fallback>
                <p:oleObj name="" r:id="rId43" imgW="152400" imgH="165100" progId="Equation.KSEE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011613" y="460375"/>
                        <a:ext cx="1524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5" name="对象 2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45"/>
            </p:custDataLst>
          </p:nvPr>
        </p:nvGraphicFramePr>
        <p:xfrm>
          <a:off x="5092700" y="1917700"/>
          <a:ext cx="1397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46" imgW="139700" imgH="165100" progId="Equation.KSEE3">
                  <p:embed/>
                </p:oleObj>
              </mc:Choice>
              <mc:Fallback>
                <p:oleObj name="" r:id="rId46" imgW="139700" imgH="165100" progId="Equation.KSEE3">
                  <p:embed/>
                  <p:pic>
                    <p:nvPicPr>
                      <p:cNvPr id="0" name="图片 35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5092700" y="1917700"/>
                        <a:ext cx="1397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6" name="对象 2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48"/>
            </p:custDataLst>
          </p:nvPr>
        </p:nvGraphicFramePr>
        <p:xfrm>
          <a:off x="3913188" y="1890713"/>
          <a:ext cx="123825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49" imgW="152400" imgH="177165" progId="Equation.KSEE3">
                  <p:embed/>
                </p:oleObj>
              </mc:Choice>
              <mc:Fallback>
                <p:oleObj name="" r:id="rId49" imgW="152400" imgH="177165" progId="Equation.KSEE3">
                  <p:embed/>
                  <p:pic>
                    <p:nvPicPr>
                      <p:cNvPr id="0" name="图片 23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3913188" y="1890713"/>
                        <a:ext cx="123825" cy="144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直接连接符 25"/>
          <p:cNvCxnSpPr/>
          <p:nvPr/>
        </p:nvCxnSpPr>
        <p:spPr>
          <a:xfrm flipH="1">
            <a:off x="3692525" y="1425575"/>
            <a:ext cx="1635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3692525" y="985838"/>
            <a:ext cx="1635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3692525" y="1865313"/>
            <a:ext cx="1635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3773488" y="1428750"/>
            <a:ext cx="0" cy="43180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3773488" y="985838"/>
            <a:ext cx="0" cy="4333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112" name="对象 4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65525" y="1593850"/>
          <a:ext cx="1270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1" imgW="127000" imgH="139700" progId="Equation.KSEE3">
                  <p:embed/>
                </p:oleObj>
              </mc:Choice>
              <mc:Fallback>
                <p:oleObj name="" r:id="rId51" imgW="127000" imgH="139700" progId="Equation.KSEE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3565525" y="1593850"/>
                        <a:ext cx="127000" cy="13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" name="对象 4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65525" y="1130300"/>
          <a:ext cx="1270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53" imgW="127000" imgH="139700" progId="Equation.KSEE3">
                  <p:embed/>
                </p:oleObj>
              </mc:Choice>
              <mc:Fallback>
                <p:oleObj name="" r:id="rId53" imgW="127000" imgH="139700" progId="Equation.KSEE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3565525" y="1130300"/>
                        <a:ext cx="127000" cy="13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4" name="对象 4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54"/>
            </p:custDataLst>
          </p:nvPr>
        </p:nvGraphicFramePr>
        <p:xfrm>
          <a:off x="3970338" y="1320800"/>
          <a:ext cx="292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55" imgW="292100" imgH="203200" progId="Equation.KSEE3">
                  <p:embed/>
                </p:oleObj>
              </mc:Choice>
              <mc:Fallback>
                <p:oleObj name="" r:id="rId55" imgW="292100" imgH="203200" progId="Equation.KSEE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3970338" y="1320800"/>
                        <a:ext cx="292100" cy="20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5" name="对象 4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57"/>
            </p:custDataLst>
          </p:nvPr>
        </p:nvGraphicFramePr>
        <p:xfrm>
          <a:off x="4011613" y="1658938"/>
          <a:ext cx="1270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8" imgW="127000" imgH="165100" progId="Equation.KSEE3">
                  <p:embed/>
                </p:oleObj>
              </mc:Choice>
              <mc:Fallback>
                <p:oleObj name="" r:id="rId58" imgW="127000" imgH="165100" progId="Equation.KSEE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4011613" y="1658938"/>
                        <a:ext cx="1270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6" name="对象 4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0"/>
            </p:custDataLst>
          </p:nvPr>
        </p:nvGraphicFramePr>
        <p:xfrm>
          <a:off x="4011613" y="904875"/>
          <a:ext cx="1270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61" imgW="127000" imgH="165100" progId="Equation.KSEE3">
                  <p:embed/>
                </p:oleObj>
              </mc:Choice>
              <mc:Fallback>
                <p:oleObj name="" r:id="rId61" imgW="127000" imgH="165100" progId="Equation.KSEE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4011613" y="904875"/>
                        <a:ext cx="1270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直接连接符 50"/>
          <p:cNvCxnSpPr/>
          <p:nvPr/>
        </p:nvCxnSpPr>
        <p:spPr>
          <a:xfrm>
            <a:off x="4756150" y="3719513"/>
            <a:ext cx="0" cy="1889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5614988" y="5024438"/>
            <a:ext cx="4763" cy="452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H="1">
            <a:off x="4752975" y="5243513"/>
            <a:ext cx="847725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4197350" y="3783013"/>
            <a:ext cx="466725" cy="403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>
            <a:off x="4197350" y="4043363"/>
            <a:ext cx="466725" cy="403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4503738" y="4291013"/>
            <a:ext cx="160338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H="1">
            <a:off x="4171950" y="5156200"/>
            <a:ext cx="466725" cy="403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H="1">
            <a:off x="4171950" y="4918075"/>
            <a:ext cx="466725" cy="403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4171950" y="4713288"/>
            <a:ext cx="415925" cy="360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4197350" y="3775075"/>
            <a:ext cx="238125" cy="2016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H="1">
            <a:off x="4171950" y="4694238"/>
            <a:ext cx="15875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H="1">
            <a:off x="4405313" y="5373688"/>
            <a:ext cx="238125" cy="2016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129" name="对象 6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37025" y="4479925"/>
          <a:ext cx="527050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62" imgW="405765" imgH="165100" progId="Equation.KSEE3">
                  <p:embed/>
                </p:oleObj>
              </mc:Choice>
              <mc:Fallback>
                <p:oleObj name="" r:id="rId62" imgW="405765" imgH="165100" progId="Equation.KSEE3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4137025" y="4479925"/>
                        <a:ext cx="527050" cy="214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0" name="对象 6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4"/>
            </p:custDataLst>
          </p:nvPr>
        </p:nvGraphicFramePr>
        <p:xfrm>
          <a:off x="5138738" y="5024438"/>
          <a:ext cx="17145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65" imgW="127000" imgH="139700" progId="Equation.KSEE3">
                  <p:embed/>
                </p:oleObj>
              </mc:Choice>
              <mc:Fallback>
                <p:oleObj name="" r:id="rId65" imgW="127000" imgH="139700" progId="Equation.KSEE3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5138738" y="5024438"/>
                        <a:ext cx="171450" cy="188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1" name="对象 6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87988" y="4562475"/>
          <a:ext cx="250825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66" imgW="165100" imgH="177165" progId="Equation.KSEE3">
                  <p:embed/>
                </p:oleObj>
              </mc:Choice>
              <mc:Fallback>
                <p:oleObj name="" r:id="rId66" imgW="165100" imgH="177165" progId="Equation.KSEE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5487988" y="4562475"/>
                        <a:ext cx="250825" cy="269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2" name="对象 6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70550" y="4456113"/>
          <a:ext cx="1270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68" imgW="127000" imgH="165100" progId="Equation.KSEE3">
                  <p:embed/>
                </p:oleObj>
              </mc:Choice>
              <mc:Fallback>
                <p:oleObj name="" r:id="rId68" imgW="127000" imgH="1651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5670550" y="4456113"/>
                        <a:ext cx="1270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" name="对象 7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70"/>
            </p:custDataLst>
          </p:nvPr>
        </p:nvGraphicFramePr>
        <p:xfrm>
          <a:off x="5126038" y="4114800"/>
          <a:ext cx="1524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71" imgW="152400" imgH="165100" progId="Equation.KSEE3">
                  <p:embed/>
                </p:oleObj>
              </mc:Choice>
              <mc:Fallback>
                <p:oleObj name="" r:id="rId71" imgW="152400" imgH="165100" progId="Equation.KSEE3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5126038" y="4114800"/>
                        <a:ext cx="1524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箭头连接符 24"/>
          <p:cNvCxnSpPr/>
          <p:nvPr>
            <p:custDataLst>
              <p:tags r:id="rId73"/>
            </p:custDataLst>
          </p:nvPr>
        </p:nvCxnSpPr>
        <p:spPr>
          <a:xfrm>
            <a:off x="7023100" y="1852613"/>
            <a:ext cx="1397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>
            <p:custDataLst>
              <p:tags r:id="rId74"/>
            </p:custDataLst>
          </p:nvPr>
        </p:nvCxnSpPr>
        <p:spPr>
          <a:xfrm flipV="1">
            <a:off x="7023100" y="514350"/>
            <a:ext cx="0" cy="13382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>
            <p:custDataLst>
              <p:tags r:id="rId75"/>
            </p:custDataLst>
          </p:nvPr>
        </p:nvCxnSpPr>
        <p:spPr>
          <a:xfrm flipH="1">
            <a:off x="6591300" y="1851025"/>
            <a:ext cx="433388" cy="7508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137" name="对象 1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76"/>
            </p:custDataLst>
          </p:nvPr>
        </p:nvGraphicFramePr>
        <p:xfrm>
          <a:off x="6965950" y="1789113"/>
          <a:ext cx="1143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" r:id="rId77" imgW="114300" imgH="127000" progId="Equation.KSEE3">
                  <p:embed/>
                </p:oleObj>
              </mc:Choice>
              <mc:Fallback>
                <p:oleObj name="" r:id="rId77" imgW="114300" imgH="127000" progId="Equation.KSEE3">
                  <p:embed/>
                  <p:pic>
                    <p:nvPicPr>
                      <p:cNvPr id="0" name="图片 3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965950" y="1789113"/>
                        <a:ext cx="114300" cy="12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8" name="对象 1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78"/>
            </p:custDataLst>
          </p:nvPr>
        </p:nvGraphicFramePr>
        <p:xfrm>
          <a:off x="6465888" y="2605088"/>
          <a:ext cx="1778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79" imgW="177165" imgH="165100" progId="Equation.KSEE3">
                  <p:embed/>
                </p:oleObj>
              </mc:Choice>
              <mc:Fallback>
                <p:oleObj name="" r:id="rId79" imgW="177165" imgH="165100" progId="Equation.KSEE3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6465888" y="2605088"/>
                        <a:ext cx="1778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9" name="对象 15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80"/>
            </p:custDataLst>
          </p:nvPr>
        </p:nvGraphicFramePr>
        <p:xfrm>
          <a:off x="7121525" y="441325"/>
          <a:ext cx="1524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81" imgW="152400" imgH="165100" progId="Equation.KSEE3">
                  <p:embed/>
                </p:oleObj>
              </mc:Choice>
              <mc:Fallback>
                <p:oleObj name="" r:id="rId81" imgW="152400" imgH="165100" progId="Equation.KSEE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7121525" y="441325"/>
                        <a:ext cx="1524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0" name="对象 2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82"/>
            </p:custDataLst>
          </p:nvPr>
        </p:nvGraphicFramePr>
        <p:xfrm>
          <a:off x="8202613" y="1898650"/>
          <a:ext cx="1397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83" imgW="139700" imgH="165100" progId="Equation.KSEE3">
                  <p:embed/>
                </p:oleObj>
              </mc:Choice>
              <mc:Fallback>
                <p:oleObj name="" r:id="rId83" imgW="139700" imgH="165100" progId="Equation.KSEE3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8202613" y="1898650"/>
                        <a:ext cx="1397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1" name="对象 2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84"/>
            </p:custDataLst>
          </p:nvPr>
        </p:nvGraphicFramePr>
        <p:xfrm>
          <a:off x="7023100" y="1871663"/>
          <a:ext cx="123825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85" imgW="152400" imgH="177165" progId="Equation.KSEE3">
                  <p:embed/>
                </p:oleObj>
              </mc:Choice>
              <mc:Fallback>
                <p:oleObj name="" r:id="rId85" imgW="152400" imgH="177165" progId="Equation.KSEE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7023100" y="1871663"/>
                        <a:ext cx="123825" cy="144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9" name="直接连接符 78"/>
          <p:cNvCxnSpPr/>
          <p:nvPr/>
        </p:nvCxnSpPr>
        <p:spPr>
          <a:xfrm flipV="1">
            <a:off x="7023100" y="735013"/>
            <a:ext cx="1143000" cy="11160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143" name="对象 1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86"/>
            </p:custDataLst>
          </p:nvPr>
        </p:nvGraphicFramePr>
        <p:xfrm>
          <a:off x="8110538" y="679450"/>
          <a:ext cx="1143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87" imgW="114300" imgH="127000" progId="Equation.KSEE3">
                  <p:embed/>
                </p:oleObj>
              </mc:Choice>
              <mc:Fallback>
                <p:oleObj name="" r:id="rId87" imgW="114300" imgH="127000" progId="Equation.KSEE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110538" y="679450"/>
                        <a:ext cx="114300" cy="12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4" name="对象 7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88"/>
            </p:custDataLst>
          </p:nvPr>
        </p:nvGraphicFramePr>
        <p:xfrm>
          <a:off x="8202613" y="658813"/>
          <a:ext cx="1524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" r:id="rId89" imgW="152400" imgH="165100" progId="Equation.KSEE3">
                  <p:embed/>
                </p:oleObj>
              </mc:Choice>
              <mc:Fallback>
                <p:oleObj name="" r:id="rId89" imgW="152400" imgH="165100" progId="Equation.KSEE3">
                  <p:embed/>
                  <p:pic>
                    <p:nvPicPr>
                      <p:cNvPr id="0" name="图片 53"/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8202613" y="658813"/>
                        <a:ext cx="1524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椭圆 84"/>
          <p:cNvSpPr/>
          <p:nvPr/>
        </p:nvSpPr>
        <p:spPr>
          <a:xfrm>
            <a:off x="6561138" y="1687513"/>
            <a:ext cx="927100" cy="376238"/>
          </a:xfrm>
          <a:prstGeom prst="ellipse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86" name="椭圆 85"/>
          <p:cNvSpPr/>
          <p:nvPr/>
        </p:nvSpPr>
        <p:spPr>
          <a:xfrm>
            <a:off x="8197850" y="4092575"/>
            <a:ext cx="974725" cy="974725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cxnSp>
        <p:nvCxnSpPr>
          <p:cNvPr id="87" name="直接连接符 86"/>
          <p:cNvCxnSpPr/>
          <p:nvPr/>
        </p:nvCxnSpPr>
        <p:spPr>
          <a:xfrm>
            <a:off x="7046913" y="4581525"/>
            <a:ext cx="11509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9172575" y="4579938"/>
            <a:ext cx="12969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 flipH="1">
            <a:off x="7191375" y="3848100"/>
            <a:ext cx="273050" cy="571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 flipH="1">
            <a:off x="7486650" y="3848100"/>
            <a:ext cx="271463" cy="571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 flipH="1">
            <a:off x="7758113" y="3867150"/>
            <a:ext cx="273050" cy="571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 flipH="1">
            <a:off x="8031163" y="3862388"/>
            <a:ext cx="271463" cy="571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 flipH="1">
            <a:off x="9191625" y="3862388"/>
            <a:ext cx="273050" cy="571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H="1">
            <a:off x="9407525" y="3867150"/>
            <a:ext cx="273050" cy="571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 flipH="1">
            <a:off x="9647238" y="4295775"/>
            <a:ext cx="65088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H="1">
            <a:off x="9886950" y="3867150"/>
            <a:ext cx="273050" cy="571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flipH="1">
            <a:off x="10109200" y="3867150"/>
            <a:ext cx="273050" cy="571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 flipH="1">
            <a:off x="8450263" y="3848100"/>
            <a:ext cx="106363" cy="2206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 flipH="1">
            <a:off x="10328275" y="3867150"/>
            <a:ext cx="273050" cy="571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 flipH="1">
            <a:off x="8761413" y="3848100"/>
            <a:ext cx="96838" cy="204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 flipH="1">
            <a:off x="9029700" y="3867150"/>
            <a:ext cx="123825" cy="257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>
            <a:off x="7191375" y="4733925"/>
            <a:ext cx="206375" cy="577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7486650" y="4733925"/>
            <a:ext cx="206375" cy="577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7758113" y="4733925"/>
            <a:ext cx="206375" cy="577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8031163" y="4733925"/>
            <a:ext cx="206375" cy="577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8450263" y="5126038"/>
            <a:ext cx="61913" cy="173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>
            <a:off x="8748713" y="5137150"/>
            <a:ext cx="60325" cy="171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9029700" y="5064125"/>
            <a:ext cx="88900" cy="247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9191625" y="4733925"/>
            <a:ext cx="206375" cy="577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9407525" y="4730750"/>
            <a:ext cx="206375" cy="577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9647238" y="4730750"/>
            <a:ext cx="55563" cy="1555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>
            <a:off x="9886950" y="4733925"/>
            <a:ext cx="206375" cy="577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>
            <a:off x="10109200" y="4733925"/>
            <a:ext cx="206375" cy="577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10328275" y="4733925"/>
            <a:ext cx="206375" cy="577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175" name="对象 1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0"/>
            </p:custDataLst>
          </p:nvPr>
        </p:nvGraphicFramePr>
        <p:xfrm>
          <a:off x="8647113" y="4518025"/>
          <a:ext cx="1143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91" imgW="114300" imgH="127000" progId="Equation.KSEE3">
                  <p:embed/>
                </p:oleObj>
              </mc:Choice>
              <mc:Fallback>
                <p:oleObj name="" r:id="rId91" imgW="114300" imgH="127000" progId="Equation.KSEE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647113" y="4518025"/>
                        <a:ext cx="114300" cy="12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0" name="直接连接符 119"/>
          <p:cNvCxnSpPr>
            <a:endCxn id="86" idx="5"/>
          </p:cNvCxnSpPr>
          <p:nvPr/>
        </p:nvCxnSpPr>
        <p:spPr>
          <a:xfrm>
            <a:off x="8710613" y="4591050"/>
            <a:ext cx="319088" cy="3333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177" name="对象 3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2"/>
            </p:custDataLst>
          </p:nvPr>
        </p:nvGraphicFramePr>
        <p:xfrm>
          <a:off x="8664575" y="4691063"/>
          <a:ext cx="193675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93" imgW="190500" imgH="228600" progId="Equation.KSEE3">
                  <p:embed/>
                </p:oleObj>
              </mc:Choice>
              <mc:Fallback>
                <p:oleObj name="" r:id="rId93" imgW="190500" imgH="228600" progId="Equation.KSEE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664575" y="4691063"/>
                        <a:ext cx="193675" cy="233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" name="对象 12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046913" y="3862388"/>
          <a:ext cx="217487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" r:id="rId94" imgW="152400" imgH="228600" progId="Equation.KSEE3">
                  <p:embed/>
                </p:oleObj>
              </mc:Choice>
              <mc:Fallback>
                <p:oleObj name="" r:id="rId94" imgW="152400" imgH="228600" progId="Equation.KSEE3">
                  <p:embed/>
                  <p:pic>
                    <p:nvPicPr>
                      <p:cNvPr id="0" name="图片 44"/>
                      <p:cNvPicPr/>
                      <p:nvPr/>
                    </p:nvPicPr>
                    <p:blipFill>
                      <a:blip r:embed="rId95"/>
                      <a:stretch>
                        <a:fillRect/>
                      </a:stretch>
                    </p:blipFill>
                    <p:spPr>
                      <a:xfrm>
                        <a:off x="7046913" y="3862388"/>
                        <a:ext cx="217487" cy="325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9" name="对象 1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023100" y="4857750"/>
          <a:ext cx="23495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" r:id="rId96" imgW="165100" imgH="228600" progId="Equation.KSEE3">
                  <p:embed/>
                </p:oleObj>
              </mc:Choice>
              <mc:Fallback>
                <p:oleObj name="" r:id="rId96" imgW="165100" imgH="228600" progId="Equation.KSEE3">
                  <p:embed/>
                  <p:pic>
                    <p:nvPicPr>
                      <p:cNvPr id="0" name="图片 43"/>
                      <p:cNvPicPr/>
                      <p:nvPr/>
                    </p:nvPicPr>
                    <p:blipFill>
                      <a:blip r:embed="rId97"/>
                      <a:stretch>
                        <a:fillRect/>
                      </a:stretch>
                    </p:blipFill>
                    <p:spPr>
                      <a:xfrm>
                        <a:off x="7023100" y="4857750"/>
                        <a:ext cx="234950" cy="325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0" name="对象 1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623175" y="38449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98" imgW="114300" imgH="177165" progId="Equation.KSEE3">
                  <p:embed/>
                </p:oleObj>
              </mc:Choice>
              <mc:Fallback>
                <p:oleObj name="" r:id="rId98" imgW="114300" imgH="177165" progId="Equation.KSEE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99"/>
                      <a:stretch>
                        <a:fillRect/>
                      </a:stretch>
                    </p:blipFill>
                    <p:spPr>
                      <a:xfrm>
                        <a:off x="7623175" y="3844925"/>
                        <a:ext cx="114300" cy="177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1" name="对象 12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623175" y="38449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00" imgW="114300" imgH="177165" progId="Equation.KSEE3">
                  <p:embed/>
                </p:oleObj>
              </mc:Choice>
              <mc:Fallback>
                <p:oleObj name="" r:id="rId100" imgW="114300" imgH="177165" progId="Equation.KSEE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99"/>
                      <a:stretch>
                        <a:fillRect/>
                      </a:stretch>
                    </p:blipFill>
                    <p:spPr>
                      <a:xfrm>
                        <a:off x="7623175" y="3844925"/>
                        <a:ext cx="114300" cy="177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2" name="文本框 129"/>
          <p:cNvSpPr txBox="1"/>
          <p:nvPr/>
        </p:nvSpPr>
        <p:spPr>
          <a:xfrm>
            <a:off x="9556750" y="3987800"/>
            <a:ext cx="377825" cy="3000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r>
              <a:rPr lang="zh-CN" altLang="en-US" sz="1400" i="1">
                <a:latin typeface="微软雅黑" panose="020B0503020204020204" charset="-122"/>
                <a:ea typeface="微软雅黑" panose="020B0503020204020204" charset="-122"/>
              </a:rPr>
              <a:t>Ⅰ</a:t>
            </a:r>
            <a:endParaRPr lang="zh-CN" altLang="en-US" sz="1400" i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1" name="直接连接符 130"/>
          <p:cNvCxnSpPr/>
          <p:nvPr/>
        </p:nvCxnSpPr>
        <p:spPr>
          <a:xfrm flipH="1">
            <a:off x="9853613" y="3862388"/>
            <a:ext cx="74613" cy="157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/>
        </p:nvCxnSpPr>
        <p:spPr>
          <a:xfrm>
            <a:off x="9798050" y="5175250"/>
            <a:ext cx="55563" cy="1555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85" name="文本框 132"/>
          <p:cNvSpPr txBox="1"/>
          <p:nvPr/>
        </p:nvSpPr>
        <p:spPr>
          <a:xfrm>
            <a:off x="9567863" y="4875213"/>
            <a:ext cx="319087" cy="2508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r>
              <a:rPr lang="zh-CN" altLang="en-US" sz="1400" i="1">
                <a:latin typeface="微软雅黑" panose="020B0503020204020204" charset="-122"/>
                <a:ea typeface="微软雅黑" panose="020B0503020204020204" charset="-122"/>
              </a:rPr>
              <a:t>Ⅱ</a:t>
            </a:r>
            <a:endParaRPr lang="zh-CN" altLang="en-US" sz="1400" i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6" name="文本框 133"/>
          <p:cNvSpPr txBox="1"/>
          <p:nvPr/>
        </p:nvSpPr>
        <p:spPr>
          <a:xfrm>
            <a:off x="8710613" y="4287838"/>
            <a:ext cx="319087" cy="2524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r>
              <a:rPr lang="zh-CN" altLang="en-US" sz="1400" i="1">
                <a:latin typeface="微软雅黑" panose="020B0503020204020204" charset="-122"/>
                <a:ea typeface="微软雅黑" panose="020B0503020204020204" charset="-122"/>
              </a:rPr>
              <a:t>Ⅲ</a:t>
            </a:r>
            <a:endParaRPr lang="zh-CN" altLang="en-US" sz="1400" i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10055225" y="709613"/>
            <a:ext cx="0" cy="17446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椭圆 46"/>
          <p:cNvSpPr/>
          <p:nvPr>
            <p:custDataLst>
              <p:tags r:id="rId101"/>
            </p:custDataLst>
          </p:nvPr>
        </p:nvSpPr>
        <p:spPr>
          <a:xfrm>
            <a:off x="10810875" y="1300163"/>
            <a:ext cx="527050" cy="528638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cxnSp>
        <p:nvCxnSpPr>
          <p:cNvPr id="48" name="直接箭头连接符 47"/>
          <p:cNvCxnSpPr>
            <a:endCxn id="47" idx="7"/>
          </p:cNvCxnSpPr>
          <p:nvPr>
            <p:custDataLst>
              <p:tags r:id="rId102"/>
            </p:custDataLst>
          </p:nvPr>
        </p:nvCxnSpPr>
        <p:spPr>
          <a:xfrm flipV="1">
            <a:off x="11098213" y="1377950"/>
            <a:ext cx="161925" cy="1857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190" name="对象 3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03"/>
            </p:custDataLst>
          </p:nvPr>
        </p:nvGraphicFramePr>
        <p:xfrm>
          <a:off x="10952163" y="1350963"/>
          <a:ext cx="176212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04" imgW="190500" imgH="228600" progId="Equation.KSEE3">
                  <p:embed/>
                </p:oleObj>
              </mc:Choice>
              <mc:Fallback>
                <p:oleObj name="" r:id="rId104" imgW="190500" imgH="228600" progId="Equation.KSEE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952163" y="1350963"/>
                        <a:ext cx="176212" cy="214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1" name="对象 35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05"/>
            </p:custDataLst>
          </p:nvPr>
        </p:nvGraphicFramePr>
        <p:xfrm>
          <a:off x="11012488" y="1520825"/>
          <a:ext cx="19685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" r:id="rId106" imgW="165100" imgH="228600" progId="Equation.KSEE3">
                  <p:embed/>
                </p:oleObj>
              </mc:Choice>
              <mc:Fallback>
                <p:oleObj name="" r:id="rId106" imgW="165100" imgH="228600" progId="Equation.KSEE3">
                  <p:embed/>
                  <p:pic>
                    <p:nvPicPr>
                      <p:cNvPr id="0" name="图片 49"/>
                      <p:cNvPicPr/>
                      <p:nvPr/>
                    </p:nvPicPr>
                    <p:blipFill>
                      <a:blip r:embed="rId107"/>
                      <a:stretch>
                        <a:fillRect/>
                      </a:stretch>
                    </p:blipFill>
                    <p:spPr>
                      <a:xfrm>
                        <a:off x="11012488" y="1520825"/>
                        <a:ext cx="196850" cy="273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2" name="对象 7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08"/>
            </p:custDataLst>
          </p:nvPr>
        </p:nvGraphicFramePr>
        <p:xfrm>
          <a:off x="11498263" y="1470025"/>
          <a:ext cx="152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09" imgW="152400" imgH="203200" progId="Equation.KSEE3">
                  <p:embed/>
                </p:oleObj>
              </mc:Choice>
              <mc:Fallback>
                <p:oleObj name="" r:id="rId109" imgW="152400" imgH="203200" progId="Equation.KSEE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10"/>
                      <a:stretch>
                        <a:fillRect/>
                      </a:stretch>
                    </p:blipFill>
                    <p:spPr>
                      <a:xfrm>
                        <a:off x="11498263" y="1470025"/>
                        <a:ext cx="152400" cy="20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7" name="直接连接符 66"/>
          <p:cNvCxnSpPr/>
          <p:nvPr/>
        </p:nvCxnSpPr>
        <p:spPr>
          <a:xfrm flipH="1">
            <a:off x="11071225" y="1989138"/>
            <a:ext cx="4763" cy="452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flipH="1">
            <a:off x="10064750" y="2208213"/>
            <a:ext cx="992188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195" name="对象 6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11"/>
            </p:custDataLst>
          </p:nvPr>
        </p:nvGraphicFramePr>
        <p:xfrm>
          <a:off x="10594975" y="1989138"/>
          <a:ext cx="17145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" r:id="rId112" imgW="127000" imgH="139700" progId="Equation.KSEE3">
                  <p:embed/>
                </p:oleObj>
              </mc:Choice>
              <mc:Fallback>
                <p:oleObj name="" r:id="rId112" imgW="127000" imgH="139700" progId="Equation.KSEE3">
                  <p:embed/>
                  <p:pic>
                    <p:nvPicPr>
                      <p:cNvPr id="0" name="图片 48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0594975" y="1989138"/>
                        <a:ext cx="171450" cy="188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2" name="直接连接符 71"/>
          <p:cNvCxnSpPr/>
          <p:nvPr/>
        </p:nvCxnSpPr>
        <p:spPr>
          <a:xfrm flipH="1">
            <a:off x="9767888" y="2133600"/>
            <a:ext cx="285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9766300" y="2133600"/>
            <a:ext cx="0" cy="2587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9629775" y="2392363"/>
            <a:ext cx="2841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9671050" y="2447925"/>
            <a:ext cx="2016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9718675" y="2514600"/>
            <a:ext cx="1063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flipH="1">
            <a:off x="9478963" y="757238"/>
            <a:ext cx="417513" cy="35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H="1">
            <a:off x="9483725" y="947738"/>
            <a:ext cx="466725" cy="403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H="1">
            <a:off x="9478963" y="1682750"/>
            <a:ext cx="466725" cy="403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H="1">
            <a:off x="9478963" y="1444625"/>
            <a:ext cx="466725" cy="403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9478963" y="1198563"/>
            <a:ext cx="465138" cy="403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 flipH="1">
            <a:off x="9712325" y="1900238"/>
            <a:ext cx="238125" cy="2016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1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同心圆 2"/>
          <p:cNvSpPr/>
          <p:nvPr/>
        </p:nvSpPr>
        <p:spPr>
          <a:xfrm>
            <a:off x="702310" y="847090"/>
            <a:ext cx="1857375" cy="1857375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 flipV="1">
            <a:off x="1273175" y="1463675"/>
            <a:ext cx="335280" cy="3092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1608455" y="1772920"/>
            <a:ext cx="951230" cy="31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092" name="对象 3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847090" y="1705610"/>
          <a:ext cx="263525" cy="223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2" imgW="127000" imgH="139700" progId="Equation.KSEE3">
                  <p:embed/>
                </p:oleObj>
              </mc:Choice>
              <mc:Fallback>
                <p:oleObj name="" r:id="rId2" imgW="127000" imgH="139700" progId="Equation.KSEE3">
                  <p:embed/>
                  <p:pic>
                    <p:nvPicPr>
                      <p:cNvPr id="0" name="图片 2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47090" y="1705610"/>
                        <a:ext cx="263525" cy="2235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163955" y="1530985"/>
                <a:ext cx="444500" cy="1746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</m:oMath>
                  </m:oMathPara>
                </a14:m>
                <a:endParaRPr lang="en-US" altLang="zh-CN" sz="1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955" y="1530985"/>
                <a:ext cx="444500" cy="174625"/>
              </a:xfrm>
              <a:prstGeom prst="rect">
                <a:avLst/>
              </a:prstGeom>
              <a:blipFill rotWithShape="1">
                <a:blip r:embed="rId4"/>
                <a:stretch>
                  <a:fillRect b="-13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771015" y="1592580"/>
                <a:ext cx="351155" cy="10033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𝑏</m:t>
                      </m:r>
                    </m:oMath>
                  </m:oMathPara>
                </a14:m>
                <a:endParaRPr lang="en-US" altLang="zh-CN" sz="1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015" y="1592580"/>
                <a:ext cx="351155" cy="100330"/>
              </a:xfrm>
              <a:prstGeom prst="rect">
                <a:avLst/>
              </a:prstGeom>
              <a:blipFill rotWithShape="1">
                <a:blip r:embed="rId5"/>
                <a:stretch>
                  <a:fillRect b="-974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/>
          <p:cNvCxnSpPr/>
          <p:nvPr/>
        </p:nvCxnSpPr>
        <p:spPr>
          <a:xfrm flipV="1">
            <a:off x="1608455" y="1132205"/>
            <a:ext cx="278130" cy="640715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1551940" y="1776095"/>
            <a:ext cx="56515" cy="254000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1724025" y="918210"/>
                <a:ext cx="444500" cy="1746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𝐵</m:t>
                      </m:r>
                    </m:oMath>
                  </m:oMathPara>
                </a14:m>
                <a:endParaRPr lang="en-US" altLang="zh-CN" sz="1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025" y="918210"/>
                <a:ext cx="444500" cy="174625"/>
              </a:xfrm>
              <a:prstGeom prst="rect">
                <a:avLst/>
              </a:prstGeom>
              <a:blipFill rotWithShape="1">
                <a:blip r:embed="rId6"/>
                <a:stretch>
                  <a:fillRect b="-13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294765" y="2008505"/>
                <a:ext cx="444500" cy="1746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</m:oMath>
                  </m:oMathPara>
                </a14:m>
                <a:endParaRPr lang="en-US" altLang="zh-CN" sz="1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765" y="2008505"/>
                <a:ext cx="444500" cy="174625"/>
              </a:xfrm>
              <a:prstGeom prst="rect">
                <a:avLst/>
              </a:prstGeom>
              <a:blipFill rotWithShape="1">
                <a:blip r:embed="rId7"/>
                <a:stretch>
                  <a:fillRect b="-13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509395" y="1843405"/>
                <a:ext cx="444500" cy="1746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395" y="1843405"/>
                <a:ext cx="444500" cy="174625"/>
              </a:xfrm>
              <a:prstGeom prst="rect">
                <a:avLst/>
              </a:prstGeom>
              <a:blipFill rotWithShape="1">
                <a:blip r:embed="rId8"/>
                <a:stretch>
                  <a:fillRect b="-13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1395095" y="1285875"/>
                <a:ext cx="444500" cy="1746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095" y="1285875"/>
                <a:ext cx="444500" cy="174625"/>
              </a:xfrm>
              <a:prstGeom prst="rect">
                <a:avLst/>
              </a:prstGeom>
              <a:blipFill rotWithShape="1">
                <a:blip r:embed="rId9"/>
                <a:stretch>
                  <a:fillRect b="-13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弧形 1"/>
          <p:cNvSpPr/>
          <p:nvPr/>
        </p:nvSpPr>
        <p:spPr>
          <a:xfrm>
            <a:off x="0" y="4635500"/>
            <a:ext cx="1784985" cy="1784985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893445" y="3840480"/>
            <a:ext cx="0" cy="7950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784985" y="5527675"/>
            <a:ext cx="10896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93445" y="5527040"/>
            <a:ext cx="89217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892810" y="4615180"/>
            <a:ext cx="0" cy="9271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139" name="对象 15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815975" y="3629660"/>
          <a:ext cx="1524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1" imgW="152400" imgH="165100" progId="Equation.KSEE3">
                  <p:embed/>
                </p:oleObj>
              </mc:Choice>
              <mc:Fallback>
                <p:oleObj name="" r:id="rId11" imgW="152400" imgH="165100" progId="Equation.KSEE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15975" y="3629660"/>
                        <a:ext cx="1524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2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2916555" y="5475605"/>
          <a:ext cx="1397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4" imgW="139700" imgH="165100" progId="Equation.KSEE3">
                  <p:embed/>
                </p:oleObj>
              </mc:Choice>
              <mc:Fallback>
                <p:oleObj name="" r:id="rId14" imgW="139700" imgH="165100" progId="Equation.KSEE3">
                  <p:embed/>
                  <p:pic>
                    <p:nvPicPr>
                      <p:cNvPr id="0" name="图片 3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916555" y="5475605"/>
                        <a:ext cx="1397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" name="对象 1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2272665" y="4056380"/>
          <a:ext cx="1143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7" imgW="114300" imgH="127000" progId="Equation.KSEE3">
                  <p:embed/>
                </p:oleObj>
              </mc:Choice>
              <mc:Fallback>
                <p:oleObj name="" r:id="rId17" imgW="114300" imgH="127000" progId="Equation.KSEE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272665" y="4056380"/>
                        <a:ext cx="114300" cy="12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/>
          <p:cNvCxnSpPr/>
          <p:nvPr/>
        </p:nvCxnSpPr>
        <p:spPr>
          <a:xfrm>
            <a:off x="893445" y="4102100"/>
            <a:ext cx="1440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2329815" y="4102100"/>
            <a:ext cx="0" cy="14400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661670" y="3869690"/>
            <a:ext cx="198755" cy="114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661670" y="3989705"/>
            <a:ext cx="198755" cy="114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661670" y="4119880"/>
            <a:ext cx="198755" cy="114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746125" y="4630420"/>
            <a:ext cx="118745" cy="685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661670" y="4377690"/>
            <a:ext cx="198755" cy="114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661670" y="4250055"/>
            <a:ext cx="198755" cy="114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>
            <a:off x="657225" y="4510405"/>
            <a:ext cx="198755" cy="114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>
            <a:off x="860425" y="4681220"/>
            <a:ext cx="198755" cy="114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998220" y="4745355"/>
            <a:ext cx="198755" cy="114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1124585" y="4796155"/>
            <a:ext cx="198755" cy="114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>
            <a:off x="1240155" y="4871720"/>
            <a:ext cx="198755" cy="114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1323340" y="4986655"/>
            <a:ext cx="198755" cy="114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1412875" y="5101590"/>
            <a:ext cx="198755" cy="114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>
            <a:off x="1484630" y="5216525"/>
            <a:ext cx="198755" cy="114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H="1">
            <a:off x="1527810" y="5331460"/>
            <a:ext cx="198755" cy="114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1544320" y="5475605"/>
            <a:ext cx="198755" cy="114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1591945" y="5561330"/>
            <a:ext cx="235585" cy="147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>
            <a:off x="1785620" y="5561330"/>
            <a:ext cx="235585" cy="147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H="1">
            <a:off x="1988820" y="5561330"/>
            <a:ext cx="235585" cy="147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H="1">
            <a:off x="2204720" y="5561330"/>
            <a:ext cx="235585" cy="147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2421255" y="5561330"/>
            <a:ext cx="235585" cy="147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2639060" y="5561330"/>
            <a:ext cx="235585" cy="147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2327910" y="3794760"/>
                <a:ext cx="328930" cy="2533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𝑄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910" y="3794760"/>
                <a:ext cx="328930" cy="253365"/>
              </a:xfrm>
              <a:prstGeom prst="rect">
                <a:avLst/>
              </a:prstGeom>
              <a:blipFill rotWithShape="1">
                <a:blip r:embed="rId19"/>
                <a:stretch>
                  <a:fillRect b="-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/>
              <p:cNvSpPr txBox="1"/>
              <p:nvPr/>
            </p:nvSpPr>
            <p:spPr>
              <a:xfrm>
                <a:off x="815975" y="3814445"/>
                <a:ext cx="582295" cy="28765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e>
                      </m:rad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75" y="3814445"/>
                <a:ext cx="582295" cy="287655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/>
              <p:cNvSpPr txBox="1"/>
              <p:nvPr/>
            </p:nvSpPr>
            <p:spPr>
              <a:xfrm>
                <a:off x="830580" y="4377690"/>
                <a:ext cx="349885" cy="28765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80" y="4377690"/>
                <a:ext cx="349885" cy="287655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本框 54"/>
              <p:cNvSpPr txBox="1"/>
              <p:nvPr/>
            </p:nvSpPr>
            <p:spPr>
              <a:xfrm>
                <a:off x="2247900" y="5240020"/>
                <a:ext cx="582295" cy="28765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e>
                      </m:rad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5" name="文本框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900" y="5240020"/>
                <a:ext cx="582295" cy="287655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/>
              <p:cNvSpPr txBox="1"/>
              <p:nvPr/>
            </p:nvSpPr>
            <p:spPr>
              <a:xfrm>
                <a:off x="1683385" y="5240020"/>
                <a:ext cx="490855" cy="25400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6" name="文本框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385" y="5240020"/>
                <a:ext cx="490855" cy="254000"/>
              </a:xfrm>
              <a:prstGeom prst="rect">
                <a:avLst/>
              </a:prstGeom>
              <a:blipFill rotWithShape="1">
                <a:blip r:embed="rId22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接箭头连接符 56"/>
          <p:cNvCxnSpPr/>
          <p:nvPr/>
        </p:nvCxnSpPr>
        <p:spPr>
          <a:xfrm flipV="1">
            <a:off x="5043170" y="3556000"/>
            <a:ext cx="0" cy="1573530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68" idx="6"/>
          </p:cNvCxnSpPr>
          <p:nvPr/>
        </p:nvCxnSpPr>
        <p:spPr>
          <a:xfrm flipV="1">
            <a:off x="5921375" y="5124450"/>
            <a:ext cx="673100" cy="698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 flipH="1">
            <a:off x="3945255" y="5387340"/>
            <a:ext cx="788670" cy="64516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弧形 60"/>
          <p:cNvSpPr/>
          <p:nvPr/>
        </p:nvSpPr>
        <p:spPr>
          <a:xfrm>
            <a:off x="4136390" y="4239895"/>
            <a:ext cx="1784985" cy="1784985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弧形 63"/>
          <p:cNvSpPr/>
          <p:nvPr/>
        </p:nvSpPr>
        <p:spPr>
          <a:xfrm rot="16200000">
            <a:off x="4234815" y="4186555"/>
            <a:ext cx="1694180" cy="1784985"/>
          </a:xfrm>
          <a:prstGeom prst="arc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弧形 64"/>
          <p:cNvSpPr/>
          <p:nvPr/>
        </p:nvSpPr>
        <p:spPr>
          <a:xfrm rot="10800000">
            <a:off x="4189730" y="4186555"/>
            <a:ext cx="1694180" cy="1784985"/>
          </a:xfrm>
          <a:prstGeom prst="arc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弧形 65"/>
          <p:cNvSpPr/>
          <p:nvPr/>
        </p:nvSpPr>
        <p:spPr>
          <a:xfrm rot="5400000">
            <a:off x="4181475" y="4231640"/>
            <a:ext cx="1694815" cy="1784985"/>
          </a:xfrm>
          <a:prstGeom prst="arc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椭圆 67"/>
          <p:cNvSpPr/>
          <p:nvPr/>
        </p:nvSpPr>
        <p:spPr>
          <a:xfrm>
            <a:off x="4189730" y="4850765"/>
            <a:ext cx="1731645" cy="561340"/>
          </a:xfrm>
          <a:prstGeom prst="ellipse">
            <a:avLst/>
          </a:prstGeom>
          <a:noFill/>
          <a:ln w="9525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             </a:t>
            </a:r>
            <a:endParaRPr lang="en-US" altLang="zh-CN"/>
          </a:p>
        </p:txBody>
      </p:sp>
      <p:sp>
        <p:nvSpPr>
          <p:cNvPr id="69" name="椭圆 68"/>
          <p:cNvSpPr/>
          <p:nvPr/>
        </p:nvSpPr>
        <p:spPr>
          <a:xfrm rot="16200000">
            <a:off x="4177030" y="4778375"/>
            <a:ext cx="1731645" cy="654685"/>
          </a:xfrm>
          <a:prstGeom prst="ellipse">
            <a:avLst/>
          </a:prstGeom>
          <a:noFill/>
          <a:ln w="9525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             </a:t>
            </a:r>
            <a:endParaRPr lang="en-US" altLang="zh-CN"/>
          </a:p>
        </p:txBody>
      </p:sp>
      <p:sp>
        <p:nvSpPr>
          <p:cNvPr id="70" name="弧形 69"/>
          <p:cNvSpPr/>
          <p:nvPr/>
        </p:nvSpPr>
        <p:spPr>
          <a:xfrm rot="5400000">
            <a:off x="4773930" y="4265295"/>
            <a:ext cx="560705" cy="1733550"/>
          </a:xfrm>
          <a:prstGeom prst="arc">
            <a:avLst>
              <a:gd name="adj1" fmla="val 16200000"/>
              <a:gd name="adj2" fmla="val 3138255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弧形 71"/>
          <p:cNvSpPr/>
          <p:nvPr/>
        </p:nvSpPr>
        <p:spPr>
          <a:xfrm>
            <a:off x="4714875" y="4239895"/>
            <a:ext cx="634365" cy="1699260"/>
          </a:xfrm>
          <a:prstGeom prst="arc">
            <a:avLst>
              <a:gd name="adj1" fmla="val 8081925"/>
              <a:gd name="adj2" fmla="val 16239644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4" name="直接连接符 73"/>
          <p:cNvCxnSpPr/>
          <p:nvPr/>
        </p:nvCxnSpPr>
        <p:spPr>
          <a:xfrm>
            <a:off x="5041900" y="5128260"/>
            <a:ext cx="869315" cy="381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flipH="1">
            <a:off x="4720590" y="5125085"/>
            <a:ext cx="322580" cy="26225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V="1">
            <a:off x="5041900" y="3559175"/>
            <a:ext cx="0" cy="67310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本框 76"/>
              <p:cNvSpPr txBox="1"/>
              <p:nvPr/>
            </p:nvSpPr>
            <p:spPr>
              <a:xfrm>
                <a:off x="4979670" y="4001770"/>
                <a:ext cx="233045" cy="23050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7" name="文本框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670" y="4001770"/>
                <a:ext cx="233045" cy="230505"/>
              </a:xfrm>
              <a:prstGeom prst="rect">
                <a:avLst/>
              </a:prstGeom>
              <a:blipFill rotWithShape="1">
                <a:blip r:embed="rId23"/>
                <a:stretch>
                  <a:fillRect r="-2997" b="-12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本框 77"/>
              <p:cNvSpPr txBox="1"/>
              <p:nvPr/>
            </p:nvSpPr>
            <p:spPr>
              <a:xfrm>
                <a:off x="5868670" y="4901565"/>
                <a:ext cx="233045" cy="23050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8" name="文本框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670" y="4901565"/>
                <a:ext cx="233045" cy="230505"/>
              </a:xfrm>
              <a:prstGeom prst="rect">
                <a:avLst/>
              </a:prstGeom>
              <a:blipFill rotWithShape="1">
                <a:blip r:embed="rId23"/>
                <a:stretch>
                  <a:fillRect r="-2997" b="-12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连接符 78"/>
          <p:cNvCxnSpPr/>
          <p:nvPr/>
        </p:nvCxnSpPr>
        <p:spPr>
          <a:xfrm>
            <a:off x="4483100" y="5592445"/>
            <a:ext cx="14446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5842000" y="4773930"/>
            <a:ext cx="781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V="1">
            <a:off x="5921375" y="4773930"/>
            <a:ext cx="699770" cy="818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>
            <a:off x="5444490" y="4773930"/>
            <a:ext cx="39751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V="1">
            <a:off x="5039995" y="4770120"/>
            <a:ext cx="412115" cy="35877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4483100" y="4288790"/>
            <a:ext cx="0" cy="13023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V="1">
            <a:off x="4483100" y="3593465"/>
            <a:ext cx="956945" cy="695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5444490" y="3584575"/>
            <a:ext cx="0" cy="7531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5444490" y="4326890"/>
            <a:ext cx="0" cy="4451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5039995" y="3895725"/>
            <a:ext cx="127508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6316980" y="3891915"/>
            <a:ext cx="0" cy="123698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本框 93"/>
              <p:cNvSpPr txBox="1"/>
              <p:nvPr/>
            </p:nvSpPr>
            <p:spPr>
              <a:xfrm>
                <a:off x="6274435" y="3801745"/>
                <a:ext cx="268605" cy="20002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𝑄</m:t>
                      </m:r>
                    </m:oMath>
                  </m:oMathPara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4" name="文本框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35" y="3801745"/>
                <a:ext cx="268605" cy="200025"/>
              </a:xfrm>
              <a:prstGeom prst="rect">
                <a:avLst/>
              </a:prstGeom>
              <a:blipFill rotWithShape="1">
                <a:blip r:embed="rId24"/>
                <a:stretch>
                  <a:fillRect b="-4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/>
              <p:cNvSpPr txBox="1"/>
              <p:nvPr/>
            </p:nvSpPr>
            <p:spPr>
              <a:xfrm>
                <a:off x="5806376" y="3556254"/>
                <a:ext cx="1297940" cy="32893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e>
                      </m:rad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e>
                      </m:rad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  <m:r>
                        <a:rPr lang="en-US" altLang="zh-CN" sz="1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6" name="文本框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376" y="3556254"/>
                <a:ext cx="1297940" cy="328930"/>
              </a:xfrm>
              <a:prstGeom prst="rect">
                <a:avLst/>
              </a:prstGeom>
              <a:blipFill rotWithShape="1">
                <a:blip r:embed="rId25"/>
                <a:stretch>
                  <a:fillRect l="-44" t="-77" r="44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椭圆 96"/>
          <p:cNvSpPr/>
          <p:nvPr/>
        </p:nvSpPr>
        <p:spPr>
          <a:xfrm>
            <a:off x="6274435" y="386842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8" name="对象 2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6621145" y="5058410"/>
          <a:ext cx="1397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" name="" r:id="rId27" imgW="139700" imgH="165100" progId="Equation.KSEE3">
                  <p:embed/>
                </p:oleObj>
              </mc:Choice>
              <mc:Fallback>
                <p:oleObj name="" r:id="rId27" imgW="139700" imgH="165100" progId="Equation.KSEE3">
                  <p:embed/>
                  <p:pic>
                    <p:nvPicPr>
                      <p:cNvPr id="0" name="图片 3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621145" y="5058410"/>
                        <a:ext cx="1397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对象 15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8"/>
            </p:custDataLst>
          </p:nvPr>
        </p:nvGraphicFramePr>
        <p:xfrm>
          <a:off x="4968875" y="3338830"/>
          <a:ext cx="1524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" name="" r:id="rId29" imgW="152400" imgH="165100" progId="Equation.KSEE3">
                  <p:embed/>
                </p:oleObj>
              </mc:Choice>
              <mc:Fallback>
                <p:oleObj name="" r:id="rId29" imgW="152400" imgH="165100" progId="Equation.KSEE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68875" y="3338830"/>
                        <a:ext cx="1524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本框 107"/>
              <p:cNvSpPr txBox="1"/>
              <p:nvPr/>
            </p:nvSpPr>
            <p:spPr>
              <a:xfrm>
                <a:off x="3583241" y="5870829"/>
                <a:ext cx="520065" cy="3067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𝑋</m:t>
                      </m:r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8" name="文本框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241" y="5870829"/>
                <a:ext cx="520065" cy="306705"/>
              </a:xfrm>
              <a:prstGeom prst="rect">
                <a:avLst/>
              </a:prstGeom>
              <a:blipFill rotWithShape="1">
                <a:blip r:embed="rId30"/>
                <a:stretch>
                  <a:fillRect l="-110" t="-83" r="110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椭圆 16"/>
          <p:cNvSpPr/>
          <p:nvPr/>
        </p:nvSpPr>
        <p:spPr>
          <a:xfrm>
            <a:off x="4258310" y="1285875"/>
            <a:ext cx="855980" cy="855980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同心圆 40"/>
          <p:cNvSpPr/>
          <p:nvPr/>
        </p:nvSpPr>
        <p:spPr>
          <a:xfrm>
            <a:off x="3368040" y="402590"/>
            <a:ext cx="2635885" cy="2635885"/>
          </a:xfrm>
          <a:prstGeom prst="donut">
            <a:avLst>
              <a:gd name="adj" fmla="val 16267"/>
            </a:avLst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>
            <a:off x="4688205" y="1734820"/>
            <a:ext cx="130111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V="1">
            <a:off x="4690745" y="930910"/>
            <a:ext cx="374015" cy="79692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endCxn id="17" idx="1"/>
          </p:cNvCxnSpPr>
          <p:nvPr/>
        </p:nvCxnSpPr>
        <p:spPr>
          <a:xfrm flipH="1" flipV="1">
            <a:off x="4383405" y="1410970"/>
            <a:ext cx="309880" cy="3295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>
            <a:off x="4572635" y="1736090"/>
            <a:ext cx="115570" cy="647065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3752850" y="1727835"/>
            <a:ext cx="940435" cy="54737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4280471" y="2211959"/>
            <a:ext cx="29337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1400" i="1">
                <a:latin typeface="Cambria Math" panose="02040503050406030204" charset="0"/>
                <a:cs typeface="Cambria Math" panose="02040503050406030204" charset="0"/>
              </a:rPr>
              <a:t>A</a:t>
            </a:r>
            <a:endParaRPr lang="en-US" altLang="zh-CN" sz="1400" i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527361" y="2018284"/>
            <a:ext cx="29146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1400" i="1">
                <a:latin typeface="Cambria Math" panose="02040503050406030204" charset="0"/>
                <a:cs typeface="Cambria Math" panose="02040503050406030204" charset="0"/>
              </a:rPr>
              <a:t>B</a:t>
            </a:r>
            <a:endParaRPr lang="en-US" altLang="zh-CN" sz="1400" i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313491" y="1465199"/>
            <a:ext cx="2590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1200" i="1"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altLang="zh-CN" sz="12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5723191" y="1452499"/>
            <a:ext cx="266065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1200" i="1">
                <a:latin typeface="Cambria Math" panose="02040503050406030204" charset="0"/>
                <a:cs typeface="Cambria Math" panose="02040503050406030204" charset="0"/>
              </a:rPr>
              <a:t>b</a:t>
            </a:r>
            <a:endParaRPr lang="en-US" altLang="zh-CN" sz="1200" i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4768786" y="901954"/>
            <a:ext cx="25019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1200" i="1">
                <a:latin typeface="Cambria Math" panose="02040503050406030204" charset="0"/>
                <a:cs typeface="Cambria Math" panose="02040503050406030204" charset="0"/>
              </a:rPr>
              <a:t>c</a:t>
            </a:r>
            <a:endParaRPr lang="en-US" altLang="zh-CN" sz="1200" i="1">
              <a:latin typeface="Cambria Math" panose="02040503050406030204" charset="0"/>
              <a:cs typeface="Cambria Math" panose="02040503050406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文本框 84"/>
              <p:cNvSpPr txBox="1"/>
              <p:nvPr/>
            </p:nvSpPr>
            <p:spPr>
              <a:xfrm>
                <a:off x="4722431" y="1776349"/>
                <a:ext cx="27686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𝜇</m:t>
                      </m:r>
                    </m:oMath>
                  </m:oMathPara>
                </a14:m>
                <a:endParaRPr lang="en-US" altLang="zh-CN" sz="1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5" name="文本框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431" y="1776349"/>
                <a:ext cx="276860" cy="275590"/>
              </a:xfrm>
              <a:prstGeom prst="rect">
                <a:avLst/>
              </a:prstGeom>
              <a:blipFill rotWithShape="1">
                <a:blip r:embed="rId31"/>
                <a:stretch>
                  <a:fillRect l="-206" t="-92" r="206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本框 85"/>
              <p:cNvSpPr txBox="1"/>
              <p:nvPr/>
            </p:nvSpPr>
            <p:spPr>
              <a:xfrm>
                <a:off x="4999291" y="2049399"/>
                <a:ext cx="366395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6" name="文本框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291" y="2049399"/>
                <a:ext cx="366395" cy="275590"/>
              </a:xfrm>
              <a:prstGeom prst="rect">
                <a:avLst/>
              </a:prstGeom>
              <a:blipFill rotWithShape="1">
                <a:blip r:embed="rId32"/>
                <a:stretch>
                  <a:fillRect l="-156" t="-92" r="156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文本框 88"/>
              <p:cNvSpPr txBox="1"/>
              <p:nvPr/>
            </p:nvSpPr>
            <p:spPr>
              <a:xfrm>
                <a:off x="5399341" y="2290699"/>
                <a:ext cx="27686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𝜇</m:t>
                      </m:r>
                    </m:oMath>
                  </m:oMathPara>
                </a14:m>
                <a:endParaRPr lang="en-US" altLang="zh-CN" sz="1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9" name="文本框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341" y="2290699"/>
                <a:ext cx="276860" cy="275590"/>
              </a:xfrm>
              <a:prstGeom prst="rect">
                <a:avLst/>
              </a:prstGeom>
              <a:blipFill rotWithShape="1">
                <a:blip r:embed="rId31"/>
                <a:stretch>
                  <a:fillRect l="-206" t="-92" r="206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本框 89"/>
              <p:cNvSpPr txBox="1"/>
              <p:nvPr/>
            </p:nvSpPr>
            <p:spPr>
              <a:xfrm>
                <a:off x="3946461" y="1776349"/>
                <a:ext cx="33401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0" name="文本框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461" y="1776349"/>
                <a:ext cx="334010" cy="275590"/>
              </a:xfrm>
              <a:prstGeom prst="rect">
                <a:avLst/>
              </a:prstGeom>
              <a:blipFill rotWithShape="1">
                <a:blip r:embed="rId33"/>
                <a:stretch>
                  <a:fillRect l="-171" t="-92" r="171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本框 94"/>
              <p:cNvSpPr txBox="1"/>
              <p:nvPr/>
            </p:nvSpPr>
            <p:spPr>
              <a:xfrm>
                <a:off x="4547806" y="2163064"/>
                <a:ext cx="328295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5" name="文本框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806" y="2163064"/>
                <a:ext cx="328295" cy="275590"/>
              </a:xfrm>
              <a:prstGeom prst="rect">
                <a:avLst/>
              </a:prstGeom>
              <a:blipFill rotWithShape="1">
                <a:blip r:embed="rId34"/>
                <a:stretch>
                  <a:fillRect l="-174" t="-92" r="174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同心圆 139"/>
          <p:cNvSpPr/>
          <p:nvPr/>
        </p:nvSpPr>
        <p:spPr>
          <a:xfrm>
            <a:off x="7868285" y="2324735"/>
            <a:ext cx="2729865" cy="1386205"/>
          </a:xfrm>
          <a:prstGeom prst="donut">
            <a:avLst>
              <a:gd name="adj" fmla="val 25514"/>
            </a:avLst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41" name="直接箭头连接符 140"/>
          <p:cNvCxnSpPr/>
          <p:nvPr/>
        </p:nvCxnSpPr>
        <p:spPr>
          <a:xfrm flipV="1">
            <a:off x="9211310" y="1029335"/>
            <a:ext cx="0" cy="20091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/>
          <p:nvPr/>
        </p:nvCxnSpPr>
        <p:spPr>
          <a:xfrm>
            <a:off x="9211310" y="3038475"/>
            <a:ext cx="10274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/>
          <p:nvPr/>
        </p:nvCxnSpPr>
        <p:spPr>
          <a:xfrm flipH="1" flipV="1">
            <a:off x="8237855" y="2766695"/>
            <a:ext cx="973455" cy="2717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4" name="直接箭头连接符 143"/>
          <p:cNvCxnSpPr/>
          <p:nvPr/>
        </p:nvCxnSpPr>
        <p:spPr>
          <a:xfrm flipH="1">
            <a:off x="8452485" y="3033395"/>
            <a:ext cx="758825" cy="5600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5" name="椭圆 144"/>
          <p:cNvSpPr/>
          <p:nvPr/>
        </p:nvSpPr>
        <p:spPr>
          <a:xfrm>
            <a:off x="8965565" y="1337945"/>
            <a:ext cx="492125" cy="22860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7" name="右大括号 146"/>
          <p:cNvSpPr/>
          <p:nvPr/>
        </p:nvSpPr>
        <p:spPr>
          <a:xfrm>
            <a:off x="9211310" y="1454785"/>
            <a:ext cx="182245" cy="1577975"/>
          </a:xfrm>
          <a:prstGeom prst="rightBrace">
            <a:avLst>
              <a:gd name="adj1" fmla="val 6968"/>
              <a:gd name="adj2" fmla="val 50221"/>
            </a:avLst>
          </a:prstGeom>
          <a:ln cap="sq">
            <a:solidFill>
              <a:schemeClr val="tx1"/>
            </a:solidFill>
            <a:bevel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8" name="直接连接符 147"/>
          <p:cNvCxnSpPr/>
          <p:nvPr/>
        </p:nvCxnSpPr>
        <p:spPr>
          <a:xfrm>
            <a:off x="8965565" y="1452245"/>
            <a:ext cx="245745" cy="2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2" name="任意多边形 151"/>
          <p:cNvSpPr/>
          <p:nvPr/>
        </p:nvSpPr>
        <p:spPr>
          <a:xfrm>
            <a:off x="9102090" y="930910"/>
            <a:ext cx="1191895" cy="534035"/>
          </a:xfrm>
          <a:custGeom>
            <a:avLst/>
            <a:gdLst>
              <a:gd name="connisteX0" fmla="*/ 0 w 1128956"/>
              <a:gd name="connsiteY0" fmla="*/ 509964 h 647759"/>
              <a:gd name="connisteX1" fmla="*/ 49530 w 1128956"/>
              <a:gd name="connsiteY1" fmla="*/ 410269 h 647759"/>
              <a:gd name="connisteX2" fmla="*/ 323215 w 1128956"/>
              <a:gd name="connsiteY2" fmla="*/ 266759 h 647759"/>
              <a:gd name="connisteX3" fmla="*/ 408940 w 1128956"/>
              <a:gd name="connsiteY3" fmla="*/ 54034 h 647759"/>
              <a:gd name="connisteX4" fmla="*/ 712470 w 1128956"/>
              <a:gd name="connsiteY4" fmla="*/ 12759 h 647759"/>
              <a:gd name="connisteX5" fmla="*/ 1021715 w 1128956"/>
              <a:gd name="connsiteY5" fmla="*/ 189289 h 647759"/>
              <a:gd name="connisteX6" fmla="*/ 800735 w 1128956"/>
              <a:gd name="connsiteY6" fmla="*/ 264219 h 647759"/>
              <a:gd name="connisteX7" fmla="*/ 1118235 w 1128956"/>
              <a:gd name="connsiteY7" fmla="*/ 449004 h 647759"/>
              <a:gd name="connisteX8" fmla="*/ 1032510 w 1128956"/>
              <a:gd name="connsiteY8" fmla="*/ 526474 h 647759"/>
              <a:gd name="connisteX9" fmla="*/ 1049020 w 1128956"/>
              <a:gd name="connsiteY9" fmla="*/ 647759 h 64775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</a:cxnLst>
            <a:rect l="l" t="t" r="r" b="b"/>
            <a:pathLst>
              <a:path w="1128957" h="647760">
                <a:moveTo>
                  <a:pt x="0" y="509965"/>
                </a:moveTo>
                <a:cubicBezTo>
                  <a:pt x="4445" y="492820"/>
                  <a:pt x="-15240" y="459165"/>
                  <a:pt x="49530" y="410270"/>
                </a:cubicBezTo>
                <a:cubicBezTo>
                  <a:pt x="114300" y="361375"/>
                  <a:pt x="251460" y="337880"/>
                  <a:pt x="323215" y="266760"/>
                </a:cubicBezTo>
                <a:cubicBezTo>
                  <a:pt x="394970" y="195640"/>
                  <a:pt x="330835" y="104835"/>
                  <a:pt x="408940" y="54035"/>
                </a:cubicBezTo>
                <a:cubicBezTo>
                  <a:pt x="487045" y="3235"/>
                  <a:pt x="589915" y="-14545"/>
                  <a:pt x="712470" y="12760"/>
                </a:cubicBezTo>
                <a:cubicBezTo>
                  <a:pt x="835025" y="40065"/>
                  <a:pt x="1003935" y="139125"/>
                  <a:pt x="1021715" y="189290"/>
                </a:cubicBezTo>
                <a:cubicBezTo>
                  <a:pt x="1039495" y="239455"/>
                  <a:pt x="781685" y="212150"/>
                  <a:pt x="800735" y="264220"/>
                </a:cubicBezTo>
                <a:cubicBezTo>
                  <a:pt x="819785" y="316290"/>
                  <a:pt x="1071880" y="396300"/>
                  <a:pt x="1118235" y="449005"/>
                </a:cubicBezTo>
                <a:cubicBezTo>
                  <a:pt x="1164590" y="501710"/>
                  <a:pt x="1046480" y="486470"/>
                  <a:pt x="1032510" y="526475"/>
                </a:cubicBezTo>
                <a:cubicBezTo>
                  <a:pt x="1018540" y="566480"/>
                  <a:pt x="1043940" y="624900"/>
                  <a:pt x="1049020" y="64776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3" name="椭圆 152"/>
          <p:cNvSpPr/>
          <p:nvPr/>
        </p:nvSpPr>
        <p:spPr>
          <a:xfrm>
            <a:off x="10093960" y="1464945"/>
            <a:ext cx="220345" cy="233045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4" name="任意多边形 153"/>
          <p:cNvSpPr/>
          <p:nvPr/>
        </p:nvSpPr>
        <p:spPr>
          <a:xfrm>
            <a:off x="9418955" y="1510665"/>
            <a:ext cx="808355" cy="332740"/>
          </a:xfrm>
          <a:custGeom>
            <a:avLst/>
            <a:gdLst>
              <a:gd name="connisteX0" fmla="*/ 0 w 810007"/>
              <a:gd name="connsiteY0" fmla="*/ 0 h 344073"/>
              <a:gd name="connisteX1" fmla="*/ 101600 w 810007"/>
              <a:gd name="connsiteY1" fmla="*/ 140335 h 344073"/>
              <a:gd name="connisteX2" fmla="*/ 308610 w 810007"/>
              <a:gd name="connsiteY2" fmla="*/ 148590 h 344073"/>
              <a:gd name="connisteX3" fmla="*/ 430530 w 810007"/>
              <a:gd name="connsiteY3" fmla="*/ 336550 h 344073"/>
              <a:gd name="connisteX4" fmla="*/ 598805 w 810007"/>
              <a:gd name="connsiteY4" fmla="*/ 297815 h 344073"/>
              <a:gd name="connisteX5" fmla="*/ 781050 w 810007"/>
              <a:gd name="connsiteY5" fmla="*/ 336550 h 344073"/>
              <a:gd name="connisteX6" fmla="*/ 808355 w 810007"/>
              <a:gd name="connsiteY6" fmla="*/ 182245 h 34407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810007" h="344074">
                <a:moveTo>
                  <a:pt x="0" y="0"/>
                </a:moveTo>
                <a:cubicBezTo>
                  <a:pt x="15875" y="27940"/>
                  <a:pt x="40005" y="110490"/>
                  <a:pt x="101600" y="140335"/>
                </a:cubicBezTo>
                <a:cubicBezTo>
                  <a:pt x="163195" y="170180"/>
                  <a:pt x="242570" y="109220"/>
                  <a:pt x="308610" y="148590"/>
                </a:cubicBezTo>
                <a:cubicBezTo>
                  <a:pt x="374650" y="187960"/>
                  <a:pt x="372745" y="306705"/>
                  <a:pt x="430530" y="336550"/>
                </a:cubicBezTo>
                <a:cubicBezTo>
                  <a:pt x="488315" y="366395"/>
                  <a:pt x="528955" y="297815"/>
                  <a:pt x="598805" y="297815"/>
                </a:cubicBezTo>
                <a:cubicBezTo>
                  <a:pt x="668655" y="297815"/>
                  <a:pt x="739140" y="359410"/>
                  <a:pt x="781050" y="336550"/>
                </a:cubicBezTo>
                <a:cubicBezTo>
                  <a:pt x="822960" y="313690"/>
                  <a:pt x="806450" y="213995"/>
                  <a:pt x="808355" y="18224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文本框 154"/>
              <p:cNvSpPr txBox="1"/>
              <p:nvPr/>
            </p:nvSpPr>
            <p:spPr>
              <a:xfrm>
                <a:off x="9523666" y="2825369"/>
                <a:ext cx="348615" cy="245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5" name="文本框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666" y="2825369"/>
                <a:ext cx="348615" cy="245110"/>
              </a:xfrm>
              <a:prstGeom prst="rect">
                <a:avLst/>
              </a:prstGeom>
              <a:blipFill rotWithShape="1">
                <a:blip r:embed="rId35"/>
                <a:stretch>
                  <a:fillRect l="-164" t="-104" r="164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文本框 155"/>
              <p:cNvSpPr txBox="1"/>
              <p:nvPr/>
            </p:nvSpPr>
            <p:spPr>
              <a:xfrm>
                <a:off x="8659431" y="3093974"/>
                <a:ext cx="344805" cy="245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6" name="文本框 1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431" y="3093974"/>
                <a:ext cx="344805" cy="245110"/>
              </a:xfrm>
              <a:prstGeom prst="rect">
                <a:avLst/>
              </a:prstGeom>
              <a:blipFill rotWithShape="1">
                <a:blip r:embed="rId36"/>
                <a:stretch>
                  <a:fillRect l="-166" t="-104" r="166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文本框 156"/>
          <p:cNvSpPr txBox="1"/>
          <p:nvPr/>
        </p:nvSpPr>
        <p:spPr>
          <a:xfrm>
            <a:off x="8124761" y="2518664"/>
            <a:ext cx="276225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1200" i="1">
                <a:latin typeface="Cambria Math" panose="02040503050406030204" charset="0"/>
                <a:cs typeface="Cambria Math" panose="02040503050406030204" charset="0"/>
              </a:rPr>
              <a:t>B</a:t>
            </a:r>
            <a:endParaRPr lang="en-US" altLang="zh-CN" sz="1200" i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8719756" y="2704719"/>
            <a:ext cx="235585" cy="245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1000" i="1">
                <a:latin typeface="Cambria Math" panose="02040503050406030204" charset="0"/>
                <a:cs typeface="Cambria Math" panose="02040503050406030204" charset="0"/>
              </a:rPr>
              <a:t>r</a:t>
            </a:r>
            <a:endParaRPr lang="en-US" altLang="zh-CN" sz="1000" i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9357296" y="2104644"/>
            <a:ext cx="239395" cy="245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1000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endParaRPr lang="en-US" altLang="zh-CN" sz="1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8758491" y="1317879"/>
            <a:ext cx="245745" cy="2298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900" i="1">
                <a:latin typeface="Cambria Math" panose="02040503050406030204" charset="0"/>
                <a:cs typeface="Cambria Math" panose="02040503050406030204" charset="0"/>
              </a:rPr>
              <a:t>b</a:t>
            </a:r>
            <a:endParaRPr lang="en-US" altLang="zh-CN" sz="900" i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9408096" y="1197864"/>
            <a:ext cx="27813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1200" i="1">
                <a:latin typeface="Cambria Math" panose="02040503050406030204" charset="0"/>
                <a:cs typeface="Cambria Math" panose="02040503050406030204" charset="0"/>
              </a:rPr>
              <a:t>A</a:t>
            </a:r>
            <a:endParaRPr lang="en-US" altLang="zh-CN" sz="1200" i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10074211" y="1473454"/>
            <a:ext cx="259715" cy="245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1000">
                <a:latin typeface="Cambria Math" panose="02040503050406030204" charset="0"/>
                <a:cs typeface="Cambria Math" panose="02040503050406030204" charset="0"/>
              </a:rPr>
              <a:t>V</a:t>
            </a:r>
            <a:endParaRPr lang="en-US" altLang="zh-CN" sz="1000">
              <a:latin typeface="Cambria Math" panose="02040503050406030204" charset="0"/>
              <a:cs typeface="Cambria Math" panose="02040503050406030204" charset="0"/>
            </a:endParaRPr>
          </a:p>
        </p:txBody>
      </p:sp>
    </p:spTree>
    <p:custDataLst>
      <p:tags r:id="rId3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椭圆 1"/>
          <p:cNvSpPr/>
          <p:nvPr/>
        </p:nvSpPr>
        <p:spPr>
          <a:xfrm>
            <a:off x="2270125" y="1171575"/>
            <a:ext cx="2764790" cy="276479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3652520" y="772160"/>
            <a:ext cx="0" cy="37515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679190" y="671830"/>
                <a:ext cx="43116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>
                          <a:latin typeface="Cambria Math" panose="02040503050406030204" charset="0"/>
                          <a:cs typeface="Cambria Math" panose="02040503050406030204" charset="0"/>
                        </a:rPr>
                        <m:t>P</m:t>
                      </m:r>
                    </m:oMath>
                  </m:oMathPara>
                </a14:m>
                <a:endParaRPr lang="en-US" altLang="zh-CN" sz="140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190" y="671830"/>
                <a:ext cx="431165" cy="30670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933001" y="4131564"/>
                <a:ext cx="1831975" cy="7175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’</m:t>
                              </m:r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𝑣</m:t>
                      </m:r>
                    </m:oMath>
                  </m:oMathPara>
                </a14:m>
                <a:endParaRPr lang="en-US" altLang="zh-CN" sz="2400" i="1">
                  <a:latin typeface="Times New Roman" panose="020206030504050203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001" y="4131564"/>
                <a:ext cx="1831975" cy="717550"/>
              </a:xfrm>
              <a:prstGeom prst="rect">
                <a:avLst/>
              </a:prstGeom>
              <a:blipFill rotWithShape="1">
                <a:blip r:embed="rId2"/>
                <a:stretch>
                  <a:fillRect l="-31" t="-35" r="31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箭头连接符 5"/>
          <p:cNvCxnSpPr/>
          <p:nvPr/>
        </p:nvCxnSpPr>
        <p:spPr>
          <a:xfrm flipV="1">
            <a:off x="3155950" y="2035810"/>
            <a:ext cx="0" cy="9664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2950210" y="2035810"/>
            <a:ext cx="0" cy="9664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3361690" y="2035810"/>
            <a:ext cx="0" cy="9664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950210" y="3300095"/>
            <a:ext cx="4311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n</a:t>
            </a:r>
            <a:endParaRPr lang="en-US" altLang="zh-CN" sz="1400"/>
          </a:p>
        </p:txBody>
      </p:sp>
      <p:sp>
        <p:nvSpPr>
          <p:cNvPr id="10" name="太阳形 9"/>
          <p:cNvSpPr/>
          <p:nvPr/>
        </p:nvSpPr>
        <p:spPr>
          <a:xfrm>
            <a:off x="3496310" y="2397125"/>
            <a:ext cx="313055" cy="313055"/>
          </a:xfrm>
          <a:prstGeom prst="su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304986" y="2337689"/>
                <a:ext cx="400050" cy="3727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986" y="2337689"/>
                <a:ext cx="400050" cy="372745"/>
              </a:xfrm>
              <a:prstGeom prst="rect">
                <a:avLst/>
              </a:prstGeom>
              <a:blipFill rotWithShape="1">
                <a:blip r:embed="rId3"/>
                <a:stretch>
                  <a:fillRect l="-143" t="-68" r="143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/>
          <p:cNvCxnSpPr/>
          <p:nvPr/>
        </p:nvCxnSpPr>
        <p:spPr>
          <a:xfrm flipV="1">
            <a:off x="3679190" y="1854835"/>
            <a:ext cx="1179195" cy="68008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3679190" y="2242185"/>
            <a:ext cx="1165225" cy="31559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4844415" y="1854835"/>
            <a:ext cx="0" cy="40005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4152836" y="1643634"/>
                <a:ext cx="321945" cy="372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36" y="1643634"/>
                <a:ext cx="321945" cy="372110"/>
              </a:xfrm>
              <a:prstGeom prst="rect">
                <a:avLst/>
              </a:prstGeom>
              <a:blipFill rotWithShape="1">
                <a:blip r:embed="rId4"/>
                <a:stretch>
                  <a:fillRect l="-177" t="-68" r="177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4921186" y="1929384"/>
                <a:ext cx="400050" cy="3727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186" y="1929384"/>
                <a:ext cx="400050" cy="372745"/>
              </a:xfrm>
              <a:prstGeom prst="rect">
                <a:avLst/>
              </a:prstGeom>
              <a:blipFill rotWithShape="1">
                <a:blip r:embed="rId3"/>
                <a:stretch>
                  <a:fillRect l="-143" t="-68" r="143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弧形 16"/>
          <p:cNvSpPr/>
          <p:nvPr/>
        </p:nvSpPr>
        <p:spPr>
          <a:xfrm>
            <a:off x="3470910" y="2254885"/>
            <a:ext cx="368935" cy="368300"/>
          </a:xfrm>
          <a:prstGeom prst="arc">
            <a:avLst>
              <a:gd name="adj1" fmla="val 16200000"/>
              <a:gd name="adj2" fmla="val 4668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弧形 17"/>
          <p:cNvSpPr/>
          <p:nvPr/>
        </p:nvSpPr>
        <p:spPr>
          <a:xfrm rot="20760000">
            <a:off x="4512945" y="1661160"/>
            <a:ext cx="539115" cy="471170"/>
          </a:xfrm>
          <a:prstGeom prst="arc">
            <a:avLst>
              <a:gd name="adj1" fmla="val 15998836"/>
              <a:gd name="adj2" fmla="val 3548792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4098226" y="2494534"/>
                <a:ext cx="430530" cy="39433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’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226" y="2494534"/>
                <a:ext cx="430530" cy="394335"/>
              </a:xfrm>
              <a:prstGeom prst="rect">
                <a:avLst/>
              </a:prstGeom>
              <a:blipFill rotWithShape="1">
                <a:blip r:embed="rId5"/>
                <a:stretch>
                  <a:fillRect l="-133" t="-64" r="133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3652520" y="2090420"/>
                <a:ext cx="43116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𝜃</m:t>
                      </m:r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520" y="2090420"/>
                <a:ext cx="431165" cy="30670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4890135" y="1372235"/>
                <a:ext cx="43116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>
                          <a:latin typeface="Cambria Math" panose="02040503050406030204" charset="0"/>
                          <a:cs typeface="Cambria Math" panose="02040503050406030204" charset="0"/>
                        </a:rPr>
                        <m:t>R</m:t>
                      </m:r>
                    </m:oMath>
                  </m:oMathPara>
                </a14:m>
                <a:endParaRPr lang="en-US" altLang="zh-CN" sz="140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135" y="1372235"/>
                <a:ext cx="431165" cy="30670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/>
          <p:cNvCxnSpPr/>
          <p:nvPr/>
        </p:nvCxnSpPr>
        <p:spPr>
          <a:xfrm>
            <a:off x="1054100" y="1231900"/>
            <a:ext cx="1216025" cy="31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1054100" y="1236663"/>
            <a:ext cx="817245" cy="98615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077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98638" y="666750"/>
          <a:ext cx="5619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" r:id="rId8" imgW="241300" imgH="215900" progId="Equation.KSEE3">
                  <p:embed/>
                </p:oleObj>
              </mc:Choice>
              <mc:Fallback>
                <p:oleObj name="" r:id="rId8" imgW="241300" imgH="215900" progId="Equation.KSEE3">
                  <p:embed/>
                  <p:pic>
                    <p:nvPicPr>
                      <p:cNvPr id="0" name="图片 4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98638" y="666750"/>
                        <a:ext cx="56197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79220" y="2028825"/>
          <a:ext cx="3778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" r:id="rId10" imgW="152400" imgH="203200" progId="Equation.KSEE3">
                  <p:embed/>
                </p:oleObj>
              </mc:Choice>
              <mc:Fallback>
                <p:oleObj name="" r:id="rId10" imgW="152400" imgH="203200" progId="Equation.KSEE3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79220" y="2028825"/>
                        <a:ext cx="37782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平行四边形 25"/>
          <p:cNvSpPr/>
          <p:nvPr/>
        </p:nvSpPr>
        <p:spPr>
          <a:xfrm rot="19800000">
            <a:off x="168275" y="688975"/>
            <a:ext cx="1733550" cy="1138238"/>
          </a:xfrm>
          <a:prstGeom prst="parallelogram">
            <a:avLst>
              <a:gd name="adj" fmla="val 59124"/>
            </a:avLst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1120140" y="1231900"/>
                <a:ext cx="431800" cy="26670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45</m:t>
                      </m:r>
                      <m:r>
                        <a:rPr lang="en-US" altLang="zh-CN" sz="140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°</m:t>
                      </m:r>
                    </m:oMath>
                  </m:oMathPara>
                </a14:m>
                <a:endParaRPr lang="en-US" altLang="zh-CN" sz="1400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140" y="1231900"/>
                <a:ext cx="431800" cy="266700"/>
              </a:xfrm>
              <a:prstGeom prst="rect">
                <a:avLst/>
              </a:prstGeom>
              <a:blipFill rotWithShape="1">
                <a:blip r:embed="rId12"/>
                <a:stretch>
                  <a:fillRect r="-1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同心圆 139"/>
          <p:cNvSpPr/>
          <p:nvPr/>
        </p:nvSpPr>
        <p:spPr>
          <a:xfrm>
            <a:off x="203200" y="4655185"/>
            <a:ext cx="2729865" cy="1386205"/>
          </a:xfrm>
          <a:prstGeom prst="donut">
            <a:avLst>
              <a:gd name="adj" fmla="val 25514"/>
            </a:avLst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41" name="直接箭头连接符 140"/>
          <p:cNvCxnSpPr/>
          <p:nvPr/>
        </p:nvCxnSpPr>
        <p:spPr>
          <a:xfrm flipV="1">
            <a:off x="1546225" y="3359785"/>
            <a:ext cx="0" cy="20091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/>
          <p:nvPr/>
        </p:nvCxnSpPr>
        <p:spPr>
          <a:xfrm>
            <a:off x="1546225" y="5368925"/>
            <a:ext cx="10274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/>
          <p:nvPr/>
        </p:nvCxnSpPr>
        <p:spPr>
          <a:xfrm flipH="1" flipV="1">
            <a:off x="572770" y="5097145"/>
            <a:ext cx="973455" cy="2717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4" name="直接箭头连接符 143"/>
          <p:cNvCxnSpPr/>
          <p:nvPr/>
        </p:nvCxnSpPr>
        <p:spPr>
          <a:xfrm flipH="1">
            <a:off x="787400" y="5363845"/>
            <a:ext cx="758825" cy="5600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5" name="椭圆 144"/>
          <p:cNvSpPr/>
          <p:nvPr/>
        </p:nvSpPr>
        <p:spPr>
          <a:xfrm>
            <a:off x="1300480" y="3668395"/>
            <a:ext cx="492125" cy="22860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7" name="右大括号 146"/>
          <p:cNvSpPr/>
          <p:nvPr/>
        </p:nvSpPr>
        <p:spPr>
          <a:xfrm>
            <a:off x="1546225" y="3785235"/>
            <a:ext cx="182245" cy="1577975"/>
          </a:xfrm>
          <a:prstGeom prst="rightBrace">
            <a:avLst>
              <a:gd name="adj1" fmla="val 6968"/>
              <a:gd name="adj2" fmla="val 50221"/>
            </a:avLst>
          </a:prstGeom>
          <a:ln cap="sq">
            <a:solidFill>
              <a:schemeClr val="tx1"/>
            </a:solidFill>
            <a:bevel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8" name="直接连接符 147"/>
          <p:cNvCxnSpPr/>
          <p:nvPr/>
        </p:nvCxnSpPr>
        <p:spPr>
          <a:xfrm>
            <a:off x="1300480" y="3782695"/>
            <a:ext cx="245745" cy="2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文本框 154"/>
              <p:cNvSpPr txBox="1"/>
              <p:nvPr/>
            </p:nvSpPr>
            <p:spPr>
              <a:xfrm>
                <a:off x="1858581" y="5155819"/>
                <a:ext cx="348615" cy="245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5" name="文本框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581" y="5155819"/>
                <a:ext cx="348615" cy="245110"/>
              </a:xfrm>
              <a:prstGeom prst="rect">
                <a:avLst/>
              </a:prstGeom>
              <a:blipFill rotWithShape="1">
                <a:blip r:embed="rId13"/>
                <a:stretch>
                  <a:fillRect l="-164" t="-104" r="164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文本框 155"/>
              <p:cNvSpPr txBox="1"/>
              <p:nvPr/>
            </p:nvSpPr>
            <p:spPr>
              <a:xfrm>
                <a:off x="994346" y="5424424"/>
                <a:ext cx="344805" cy="245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6" name="文本框 1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346" y="5424424"/>
                <a:ext cx="344805" cy="245110"/>
              </a:xfrm>
              <a:prstGeom prst="rect">
                <a:avLst/>
              </a:prstGeom>
              <a:blipFill rotWithShape="1">
                <a:blip r:embed="rId14"/>
                <a:stretch>
                  <a:fillRect l="-166" t="-104" r="166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文本框 156"/>
          <p:cNvSpPr txBox="1"/>
          <p:nvPr/>
        </p:nvSpPr>
        <p:spPr>
          <a:xfrm>
            <a:off x="459676" y="4849114"/>
            <a:ext cx="276225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1200" i="1">
                <a:latin typeface="Cambria Math" panose="02040503050406030204" charset="0"/>
                <a:cs typeface="Cambria Math" panose="02040503050406030204" charset="0"/>
              </a:rPr>
              <a:t>B</a:t>
            </a:r>
            <a:endParaRPr lang="en-US" altLang="zh-CN" sz="1200" i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1054671" y="5035169"/>
            <a:ext cx="235585" cy="245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1000" i="1">
                <a:latin typeface="Cambria Math" panose="02040503050406030204" charset="0"/>
                <a:cs typeface="Cambria Math" panose="02040503050406030204" charset="0"/>
              </a:rPr>
              <a:t>r</a:t>
            </a:r>
            <a:endParaRPr lang="en-US" altLang="zh-CN" sz="1000" i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1692211" y="4435094"/>
            <a:ext cx="239395" cy="245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1000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endParaRPr lang="en-US" altLang="zh-CN" sz="1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1093406" y="3648329"/>
            <a:ext cx="245745" cy="2298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900" i="1">
                <a:latin typeface="Cambria Math" panose="02040503050406030204" charset="0"/>
                <a:cs typeface="Cambria Math" panose="02040503050406030204" charset="0"/>
              </a:rPr>
              <a:t>b</a:t>
            </a:r>
            <a:endParaRPr lang="en-US" altLang="zh-CN" sz="900" i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1743011" y="3528314"/>
            <a:ext cx="27813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1200" i="1">
                <a:latin typeface="Cambria Math" panose="02040503050406030204" charset="0"/>
                <a:cs typeface="Cambria Math" panose="02040503050406030204" charset="0"/>
              </a:rPr>
              <a:t>A</a:t>
            </a:r>
            <a:endParaRPr lang="en-US" altLang="zh-CN" sz="1200" i="1">
              <a:latin typeface="Cambria Math" panose="02040503050406030204" charset="0"/>
              <a:cs typeface="Cambria Math" panose="02040503050406030204" charset="0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 flipH="1" flipV="1">
            <a:off x="2573655" y="4724400"/>
            <a:ext cx="292735" cy="4000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4921250" y="5171440"/>
            <a:ext cx="2267585" cy="844550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弧形 30"/>
          <p:cNvSpPr/>
          <p:nvPr/>
        </p:nvSpPr>
        <p:spPr>
          <a:xfrm rot="10800000">
            <a:off x="4921250" y="5468620"/>
            <a:ext cx="2267585" cy="948055"/>
          </a:xfrm>
          <a:prstGeom prst="arc">
            <a:avLst>
              <a:gd name="adj1" fmla="val 10944424"/>
              <a:gd name="adj2" fmla="val 21449962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>
            <a:endCxn id="31" idx="2"/>
          </p:cNvCxnSpPr>
          <p:nvPr/>
        </p:nvCxnSpPr>
        <p:spPr>
          <a:xfrm>
            <a:off x="4921250" y="5570855"/>
            <a:ext cx="6350" cy="4210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7183120" y="5605145"/>
            <a:ext cx="5715" cy="3848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60850" y="5653405"/>
            <a:ext cx="660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60850" y="5989955"/>
            <a:ext cx="660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4591050" y="5250815"/>
            <a:ext cx="0" cy="4025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V="1">
            <a:off x="4578350" y="5991860"/>
            <a:ext cx="12700" cy="4013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V="1">
            <a:off x="6108700" y="5593715"/>
            <a:ext cx="1080135" cy="1397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/>
              <p:cNvSpPr txBox="1"/>
              <p:nvPr/>
            </p:nvSpPr>
            <p:spPr>
              <a:xfrm>
                <a:off x="6108001" y="5868289"/>
                <a:ext cx="116522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001" y="5868289"/>
                <a:ext cx="1165225" cy="368300"/>
              </a:xfrm>
              <a:prstGeom prst="rect">
                <a:avLst/>
              </a:prstGeom>
              <a:blipFill rotWithShape="1">
                <a:blip r:embed="rId15"/>
                <a:stretch>
                  <a:fillRect l="-49" t="-69" r="4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椭圆 40"/>
          <p:cNvSpPr/>
          <p:nvPr/>
        </p:nvSpPr>
        <p:spPr>
          <a:xfrm>
            <a:off x="5525770" y="1527810"/>
            <a:ext cx="1193800" cy="1614170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3" name="直接箭头连接符 42"/>
          <p:cNvCxnSpPr>
            <a:endCxn id="41" idx="7"/>
          </p:cNvCxnSpPr>
          <p:nvPr/>
        </p:nvCxnSpPr>
        <p:spPr>
          <a:xfrm flipV="1">
            <a:off x="6091555" y="1764030"/>
            <a:ext cx="453390" cy="58674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V="1">
            <a:off x="6091555" y="2361565"/>
            <a:ext cx="1245870" cy="1397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6091555" y="2375535"/>
            <a:ext cx="0" cy="324675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5542915" y="2505075"/>
            <a:ext cx="12700" cy="1212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5640641" y="1782699"/>
                <a:ext cx="116078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0641" y="1782699"/>
                <a:ext cx="1160780" cy="368300"/>
              </a:xfrm>
              <a:prstGeom prst="rect">
                <a:avLst/>
              </a:prstGeom>
              <a:blipFill rotWithShape="1">
                <a:blip r:embed="rId16"/>
                <a:stretch>
                  <a:fillRect l="-49" t="-69" r="4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/>
            </p:nvSpPr>
            <p:spPr>
              <a:xfrm>
                <a:off x="6022276" y="5285359"/>
                <a:ext cx="116078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276" y="5285359"/>
                <a:ext cx="1160780" cy="368300"/>
              </a:xfrm>
              <a:prstGeom prst="rect">
                <a:avLst/>
              </a:prstGeom>
              <a:blipFill rotWithShape="1">
                <a:blip r:embed="rId16"/>
                <a:stretch>
                  <a:fillRect l="-49" t="-69" r="4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5877496" y="3927094"/>
                <a:ext cx="115252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𝑧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496" y="3927094"/>
                <a:ext cx="1152525" cy="368300"/>
              </a:xfrm>
              <a:prstGeom prst="rect">
                <a:avLst/>
              </a:prstGeom>
              <a:blipFill rotWithShape="1">
                <a:blip r:embed="rId17"/>
                <a:stretch>
                  <a:fillRect l="-50" t="-69" r="50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/>
              <p:cNvSpPr txBox="1"/>
              <p:nvPr/>
            </p:nvSpPr>
            <p:spPr>
              <a:xfrm>
                <a:off x="5821616" y="2397379"/>
                <a:ext cx="114046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𝐼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616" y="2397379"/>
                <a:ext cx="1140460" cy="368300"/>
              </a:xfrm>
              <a:prstGeom prst="rect">
                <a:avLst/>
              </a:prstGeom>
              <a:blipFill rotWithShape="1">
                <a:blip r:embed="rId18"/>
                <a:stretch>
                  <a:fillRect l="-50" t="-69" r="50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接箭头连接符 50"/>
          <p:cNvCxnSpPr/>
          <p:nvPr/>
        </p:nvCxnSpPr>
        <p:spPr>
          <a:xfrm flipV="1">
            <a:off x="7824470" y="3655695"/>
            <a:ext cx="4159250" cy="374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 flipV="1">
            <a:off x="9877425" y="1486535"/>
            <a:ext cx="7620" cy="32048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>
          <a:xfrm>
            <a:off x="8687435" y="1854835"/>
            <a:ext cx="333375" cy="333375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8946515" y="2808605"/>
            <a:ext cx="333375" cy="333375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>
          <a:xfrm>
            <a:off x="10488295" y="1854835"/>
            <a:ext cx="333375" cy="333375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/>
              <p:cNvSpPr txBox="1"/>
              <p:nvPr/>
            </p:nvSpPr>
            <p:spPr>
              <a:xfrm>
                <a:off x="9434131" y="3648329"/>
                <a:ext cx="57277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𝑂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6" name="文本框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4131" y="3648329"/>
                <a:ext cx="572770" cy="368300"/>
              </a:xfrm>
              <a:prstGeom prst="rect">
                <a:avLst/>
              </a:prstGeom>
              <a:blipFill rotWithShape="1">
                <a:blip r:embed="rId19"/>
                <a:stretch>
                  <a:fillRect l="-100" t="-69" r="100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/>
              <p:cNvSpPr txBox="1"/>
              <p:nvPr/>
            </p:nvSpPr>
            <p:spPr>
              <a:xfrm>
                <a:off x="8679751" y="4016629"/>
                <a:ext cx="75438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7" name="文本框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751" y="4016629"/>
                <a:ext cx="754380" cy="368300"/>
              </a:xfrm>
              <a:prstGeom prst="rect">
                <a:avLst/>
              </a:prstGeom>
              <a:blipFill rotWithShape="1">
                <a:blip r:embed="rId20"/>
                <a:stretch>
                  <a:fillRect l="-76" t="-69" r="76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/>
              <p:cNvSpPr txBox="1"/>
              <p:nvPr/>
            </p:nvSpPr>
            <p:spPr>
              <a:xfrm>
                <a:off x="10295826" y="4016629"/>
                <a:ext cx="71818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8" name="文本框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826" y="4016629"/>
                <a:ext cx="718185" cy="368300"/>
              </a:xfrm>
              <a:prstGeom prst="rect">
                <a:avLst/>
              </a:prstGeom>
              <a:blipFill rotWithShape="1">
                <a:blip r:embed="rId21"/>
                <a:stretch>
                  <a:fillRect l="-80" t="-69" r="80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/>
              <p:cNvSpPr txBox="1"/>
              <p:nvPr/>
            </p:nvSpPr>
            <p:spPr>
              <a:xfrm>
                <a:off x="11295951" y="3668649"/>
                <a:ext cx="115252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𝑧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9" name="文本框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5951" y="3668649"/>
                <a:ext cx="1152525" cy="368300"/>
              </a:xfrm>
              <a:prstGeom prst="rect">
                <a:avLst/>
              </a:prstGeom>
              <a:blipFill rotWithShape="1">
                <a:blip r:embed="rId17"/>
                <a:stretch>
                  <a:fillRect l="-50" t="-69" r="50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/>
              <p:cNvSpPr txBox="1"/>
              <p:nvPr/>
            </p:nvSpPr>
            <p:spPr>
              <a:xfrm>
                <a:off x="9434131" y="1004189"/>
                <a:ext cx="72834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0" name="文本框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4131" y="1004189"/>
                <a:ext cx="728345" cy="368300"/>
              </a:xfrm>
              <a:prstGeom prst="rect">
                <a:avLst/>
              </a:prstGeom>
              <a:blipFill rotWithShape="1">
                <a:blip r:embed="rId22"/>
                <a:stretch>
                  <a:fillRect l="-78" t="-69" r="7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本框 60"/>
          <p:cNvSpPr txBox="1"/>
          <p:nvPr/>
        </p:nvSpPr>
        <p:spPr>
          <a:xfrm>
            <a:off x="8946451" y="2773934"/>
            <a:ext cx="35242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>
                <a:cs typeface="Cambria Math" panose="02040503050406030204" charset="0"/>
              </a:rPr>
              <a:t>×</a:t>
            </a:r>
            <a:endParaRPr lang="en-US" altLang="zh-CN">
              <a:cs typeface="Cambria Math" panose="0204050305040603020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705850" y="1822450"/>
            <a:ext cx="334010" cy="295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>
                <a:latin typeface="微软雅黑" panose="020B0503020204020204" charset="-122"/>
                <a:cs typeface="Cambria Math" panose="02040503050406030204" charset="0"/>
              </a:rPr>
              <a:t>•</a:t>
            </a:r>
            <a:endParaRPr lang="en-US" altLang="zh-CN">
              <a:latin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0531475" y="1821815"/>
            <a:ext cx="290195" cy="36893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l"/>
            <a:r>
              <a:rPr lang="en-US" altLang="zh-CN">
                <a:latin typeface="微软雅黑" panose="020B0503020204020204" charset="-122"/>
                <a:cs typeface="Cambria Math" panose="02040503050406030204" charset="0"/>
              </a:rPr>
              <a:t>•</a:t>
            </a:r>
            <a:endParaRPr lang="en-US" altLang="zh-CN">
              <a:latin typeface="微软雅黑" panose="020B0503020204020204" charset="-122"/>
              <a:cs typeface="Cambria Math" panose="02040503050406030204" charset="0"/>
            </a:endParaRPr>
          </a:p>
        </p:txBody>
      </p:sp>
      <p:cxnSp>
        <p:nvCxnSpPr>
          <p:cNvPr id="64" name="直接箭头连接符 63"/>
          <p:cNvCxnSpPr/>
          <p:nvPr/>
        </p:nvCxnSpPr>
        <p:spPr>
          <a:xfrm>
            <a:off x="9020810" y="2015490"/>
            <a:ext cx="50355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10821670" y="2015490"/>
            <a:ext cx="50355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H="1">
            <a:off x="8330565" y="2978785"/>
            <a:ext cx="615950" cy="952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 flipV="1">
            <a:off x="8854440" y="1308100"/>
            <a:ext cx="0" cy="54673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flipV="1">
            <a:off x="10676255" y="1308100"/>
            <a:ext cx="0" cy="54673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 flipV="1">
            <a:off x="9113520" y="2372995"/>
            <a:ext cx="3810" cy="45021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本框 70"/>
              <p:cNvSpPr txBox="1"/>
              <p:nvPr/>
            </p:nvSpPr>
            <p:spPr>
              <a:xfrm>
                <a:off x="8610536" y="901319"/>
                <a:ext cx="50292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zh-CN" altLang="en-US" i="1"/>
              </a:p>
            </p:txBody>
          </p:sp>
        </mc:Choice>
        <mc:Fallback>
          <p:sp>
            <p:nvSpPr>
              <p:cNvPr id="71" name="文本框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536" y="901319"/>
                <a:ext cx="502920" cy="368300"/>
              </a:xfrm>
              <a:prstGeom prst="rect">
                <a:avLst/>
              </a:prstGeom>
              <a:blipFill rotWithShape="1">
                <a:blip r:embed="rId23"/>
                <a:stretch>
                  <a:fillRect l="-114" t="-69" r="114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文本框 71"/>
              <p:cNvSpPr txBox="1"/>
              <p:nvPr/>
            </p:nvSpPr>
            <p:spPr>
              <a:xfrm>
                <a:off x="10488231" y="863854"/>
                <a:ext cx="45085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i="1"/>
              </a:p>
            </p:txBody>
          </p:sp>
        </mc:Choice>
        <mc:Fallback>
          <p:sp>
            <p:nvSpPr>
              <p:cNvPr id="72" name="文本框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8231" y="863854"/>
                <a:ext cx="450850" cy="368300"/>
              </a:xfrm>
              <a:prstGeom prst="rect">
                <a:avLst/>
              </a:prstGeom>
              <a:blipFill rotWithShape="1">
                <a:blip r:embed="rId24"/>
                <a:stretch>
                  <a:fillRect l="-127" t="-69" r="127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/>
              <p:cNvSpPr txBox="1"/>
              <p:nvPr/>
            </p:nvSpPr>
            <p:spPr>
              <a:xfrm>
                <a:off x="9154096" y="2276729"/>
                <a:ext cx="45783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i="1"/>
              </a:p>
            </p:txBody>
          </p:sp>
        </mc:Choice>
        <mc:Fallback>
          <p:sp>
            <p:nvSpPr>
              <p:cNvPr id="73" name="文本框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096" y="2276729"/>
                <a:ext cx="457835" cy="368300"/>
              </a:xfrm>
              <a:prstGeom prst="rect">
                <a:avLst/>
              </a:prstGeom>
              <a:blipFill rotWithShape="1">
                <a:blip r:embed="rId25"/>
                <a:stretch>
                  <a:fillRect l="-125" t="-69" r="125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本框 73"/>
              <p:cNvSpPr txBox="1"/>
              <p:nvPr/>
            </p:nvSpPr>
            <p:spPr>
              <a:xfrm>
                <a:off x="8281606" y="1855089"/>
                <a:ext cx="46228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i="1"/>
              </a:p>
            </p:txBody>
          </p:sp>
        </mc:Choice>
        <mc:Fallback>
          <p:sp>
            <p:nvSpPr>
              <p:cNvPr id="74" name="文本框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606" y="1855089"/>
                <a:ext cx="462280" cy="368300"/>
              </a:xfrm>
              <a:prstGeom prst="rect">
                <a:avLst/>
              </a:prstGeom>
              <a:blipFill rotWithShape="1">
                <a:blip r:embed="rId26"/>
                <a:stretch>
                  <a:fillRect l="-124" t="-69" r="124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本框 74"/>
              <p:cNvSpPr txBox="1"/>
              <p:nvPr/>
            </p:nvSpPr>
            <p:spPr>
              <a:xfrm>
                <a:off x="8854376" y="3142234"/>
                <a:ext cx="46672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i="1"/>
              </a:p>
            </p:txBody>
          </p:sp>
        </mc:Choice>
        <mc:Fallback>
          <p:sp>
            <p:nvSpPr>
              <p:cNvPr id="75" name="文本框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4376" y="3142234"/>
                <a:ext cx="466725" cy="368300"/>
              </a:xfrm>
              <a:prstGeom prst="rect">
                <a:avLst/>
              </a:prstGeom>
              <a:blipFill rotWithShape="1">
                <a:blip r:embed="rId27"/>
                <a:stretch>
                  <a:fillRect l="-122" t="-69" r="122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本框 75"/>
              <p:cNvSpPr txBox="1"/>
              <p:nvPr/>
            </p:nvSpPr>
            <p:spPr>
              <a:xfrm>
                <a:off x="10271696" y="2166874"/>
                <a:ext cx="44069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i="1"/>
              </a:p>
            </p:txBody>
          </p:sp>
        </mc:Choice>
        <mc:Fallback>
          <p:sp>
            <p:nvSpPr>
              <p:cNvPr id="76" name="文本框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1696" y="2166874"/>
                <a:ext cx="440690" cy="368300"/>
              </a:xfrm>
              <a:prstGeom prst="rect">
                <a:avLst/>
              </a:prstGeom>
              <a:blipFill rotWithShape="1">
                <a:blip r:embed="rId28"/>
                <a:stretch>
                  <a:fillRect l="-130" t="-69" r="130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本框 76"/>
              <p:cNvSpPr txBox="1"/>
              <p:nvPr/>
            </p:nvSpPr>
            <p:spPr>
              <a:xfrm>
                <a:off x="11112436" y="1602994"/>
                <a:ext cx="47434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i="1"/>
              </a:p>
            </p:txBody>
          </p:sp>
        </mc:Choice>
        <mc:Fallback>
          <p:sp>
            <p:nvSpPr>
              <p:cNvPr id="77" name="文本框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436" y="1602994"/>
                <a:ext cx="474345" cy="368300"/>
              </a:xfrm>
              <a:prstGeom prst="rect">
                <a:avLst/>
              </a:prstGeom>
              <a:blipFill rotWithShape="1">
                <a:blip r:embed="rId29"/>
                <a:stretch>
                  <a:fillRect l="-120" t="-69" r="120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本框 77"/>
              <p:cNvSpPr txBox="1"/>
              <p:nvPr/>
            </p:nvSpPr>
            <p:spPr>
              <a:xfrm>
                <a:off x="7824406" y="2781554"/>
                <a:ext cx="43624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i="1"/>
              </a:p>
            </p:txBody>
          </p:sp>
        </mc:Choice>
        <mc:Fallback>
          <p:sp>
            <p:nvSpPr>
              <p:cNvPr id="78" name="文本框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406" y="2781554"/>
                <a:ext cx="436245" cy="368300"/>
              </a:xfrm>
              <a:prstGeom prst="rect">
                <a:avLst/>
              </a:prstGeom>
              <a:blipFill rotWithShape="1">
                <a:blip r:embed="rId30"/>
                <a:stretch>
                  <a:fillRect l="-131" t="-69" r="131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本框 78"/>
              <p:cNvSpPr txBox="1"/>
              <p:nvPr/>
            </p:nvSpPr>
            <p:spPr>
              <a:xfrm>
                <a:off x="9119806" y="1499489"/>
                <a:ext cx="41719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i="1"/>
              </a:p>
            </p:txBody>
          </p:sp>
        </mc:Choice>
        <mc:Fallback>
          <p:sp>
            <p:nvSpPr>
              <p:cNvPr id="79" name="文本框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806" y="1499489"/>
                <a:ext cx="417195" cy="368300"/>
              </a:xfrm>
              <a:prstGeom prst="rect">
                <a:avLst/>
              </a:prstGeom>
              <a:blipFill rotWithShape="1">
                <a:blip r:embed="rId31"/>
                <a:stretch>
                  <a:fillRect l="-137" t="-69" r="137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3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5" name="直接连接符 4"/>
          <p:cNvCxnSpPr/>
          <p:nvPr/>
        </p:nvCxnSpPr>
        <p:spPr>
          <a:xfrm flipH="1">
            <a:off x="895350" y="596900"/>
            <a:ext cx="12700" cy="38290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410460" y="534035"/>
            <a:ext cx="2540" cy="39998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 flipV="1">
            <a:off x="1637030" y="234950"/>
            <a:ext cx="20320" cy="4572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127125" y="784225"/>
            <a:ext cx="148653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介质薄层</a:t>
            </a:r>
            <a:endParaRPr lang="zh-CN" altLang="en-US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5971" y="2083054"/>
                <a:ext cx="75438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1" y="2083054"/>
                <a:ext cx="754380" cy="368300"/>
              </a:xfrm>
              <a:prstGeom prst="rect">
                <a:avLst/>
              </a:prstGeom>
              <a:blipFill rotWithShape="1">
                <a:blip r:embed="rId1"/>
                <a:stretch>
                  <a:fillRect l="-76" t="-69" r="76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786316" y="2083054"/>
                <a:ext cx="73342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316" y="2083054"/>
                <a:ext cx="733425" cy="368300"/>
              </a:xfrm>
              <a:prstGeom prst="rect">
                <a:avLst/>
              </a:prstGeom>
              <a:blipFill rotWithShape="1">
                <a:blip r:embed="rId2"/>
                <a:stretch>
                  <a:fillRect l="-78" t="-69" r="7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381061" y="1305179"/>
                <a:ext cx="61531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𝜀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061" y="1305179"/>
                <a:ext cx="615315" cy="368300"/>
              </a:xfrm>
              <a:prstGeom prst="rect">
                <a:avLst/>
              </a:prstGeom>
              <a:blipFill rotWithShape="1">
                <a:blip r:embed="rId3"/>
                <a:stretch>
                  <a:fillRect l="-93" t="-69" r="93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26035" y="1673225"/>
            <a:ext cx="71374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介质</a:t>
            </a:r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2786380" y="1673225"/>
            <a:ext cx="98488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介质</a:t>
            </a:r>
            <a:r>
              <a:rPr lang="en-US" altLang="zh-CN" sz="1600"/>
              <a:t>2</a:t>
            </a:r>
            <a:endParaRPr lang="en-US" altLang="zh-CN" sz="160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908050" y="1123950"/>
            <a:ext cx="1511300" cy="1479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908050" y="2603500"/>
            <a:ext cx="1511300" cy="1708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弧形 17"/>
          <p:cNvSpPr/>
          <p:nvPr/>
        </p:nvSpPr>
        <p:spPr>
          <a:xfrm rot="420000">
            <a:off x="843915" y="3013075"/>
            <a:ext cx="1136650" cy="889000"/>
          </a:xfrm>
          <a:prstGeom prst="arc">
            <a:avLst>
              <a:gd name="adj1" fmla="val 1160346"/>
              <a:gd name="adj2" fmla="val 3115296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282636" y="3892804"/>
                <a:ext cx="117475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𝜑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636" y="3892804"/>
                <a:ext cx="1174750" cy="368300"/>
              </a:xfrm>
              <a:prstGeom prst="rect">
                <a:avLst/>
              </a:prstGeom>
              <a:blipFill rotWithShape="1">
                <a:blip r:embed="rId4"/>
                <a:stretch>
                  <a:fillRect l="-49" t="-69" r="4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椭圆 19"/>
          <p:cNvSpPr/>
          <p:nvPr/>
        </p:nvSpPr>
        <p:spPr>
          <a:xfrm>
            <a:off x="2792730" y="4260850"/>
            <a:ext cx="2552700" cy="2552700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3435350" y="4901565"/>
            <a:ext cx="1276350" cy="1276350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4069080" y="6172835"/>
            <a:ext cx="4445" cy="6407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4073525" y="4260850"/>
            <a:ext cx="4445" cy="6407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弧形 25"/>
          <p:cNvSpPr/>
          <p:nvPr/>
        </p:nvSpPr>
        <p:spPr>
          <a:xfrm rot="20940000">
            <a:off x="1509395" y="4681855"/>
            <a:ext cx="2230120" cy="1115060"/>
          </a:xfrm>
          <a:prstGeom prst="arc">
            <a:avLst>
              <a:gd name="adj1" fmla="val 17889316"/>
              <a:gd name="adj2" fmla="val 0"/>
            </a:avLst>
          </a:prstGeom>
          <a:ln>
            <a:solidFill>
              <a:schemeClr val="tx1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弧形 27"/>
          <p:cNvSpPr/>
          <p:nvPr/>
        </p:nvSpPr>
        <p:spPr>
          <a:xfrm rot="21420000">
            <a:off x="1743075" y="5483860"/>
            <a:ext cx="1144270" cy="602615"/>
          </a:xfrm>
          <a:prstGeom prst="arc">
            <a:avLst>
              <a:gd name="adj1" fmla="val 16200000"/>
              <a:gd name="adj2" fmla="val 20589525"/>
            </a:avLst>
          </a:prstGeom>
          <a:ln>
            <a:solidFill>
              <a:schemeClr val="tx1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箭头连接符 39"/>
          <p:cNvCxnSpPr/>
          <p:nvPr/>
        </p:nvCxnSpPr>
        <p:spPr>
          <a:xfrm flipH="1">
            <a:off x="3040380" y="5560060"/>
            <a:ext cx="1066165" cy="7353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 flipV="1">
            <a:off x="3457575" y="5419725"/>
            <a:ext cx="635000" cy="1403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1"/>
              <p:nvPr/>
            </p:nvSpPr>
            <p:spPr>
              <a:xfrm>
                <a:off x="2999676" y="4901819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676" y="4901819"/>
                <a:ext cx="496570" cy="368300"/>
              </a:xfrm>
              <a:prstGeom prst="rect">
                <a:avLst/>
              </a:prstGeom>
              <a:blipFill rotWithShape="1">
                <a:blip r:embed="rId5"/>
                <a:stretch>
                  <a:fillRect l="-115" t="-69" r="115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4462145" y="4929505"/>
                <a:ext cx="982345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𝜀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145" y="4929505"/>
                <a:ext cx="982345" cy="3683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/>
              <p:cNvSpPr txBox="1"/>
              <p:nvPr/>
            </p:nvSpPr>
            <p:spPr>
              <a:xfrm>
                <a:off x="3738181" y="5192014"/>
                <a:ext cx="41021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181" y="5192014"/>
                <a:ext cx="410210" cy="368300"/>
              </a:xfrm>
              <a:prstGeom prst="rect">
                <a:avLst/>
              </a:prstGeom>
              <a:blipFill rotWithShape="1">
                <a:blip r:embed="rId7"/>
                <a:stretch>
                  <a:fillRect l="-139" t="-69" r="13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/>
              <p:cNvSpPr txBox="1"/>
              <p:nvPr/>
            </p:nvSpPr>
            <p:spPr>
              <a:xfrm>
                <a:off x="3330511" y="6061329"/>
                <a:ext cx="35814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𝑏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511" y="6061329"/>
                <a:ext cx="358140" cy="368300"/>
              </a:xfrm>
              <a:prstGeom prst="rect">
                <a:avLst/>
              </a:prstGeom>
              <a:blipFill rotWithShape="1">
                <a:blip r:embed="rId8"/>
                <a:stretch>
                  <a:fillRect l="-159" t="-69" r="15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2358326" y="4287774"/>
                <a:ext cx="84074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𝑄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326" y="4287774"/>
                <a:ext cx="840740" cy="368300"/>
              </a:xfrm>
              <a:prstGeom prst="rect">
                <a:avLst/>
              </a:prstGeom>
              <a:blipFill rotWithShape="1">
                <a:blip r:embed="rId9"/>
                <a:stretch>
                  <a:fillRect l="-68" t="-69" r="6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/>
            </p:nvSpPr>
            <p:spPr>
              <a:xfrm>
                <a:off x="2209736" y="5051679"/>
                <a:ext cx="54800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−𝑄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736" y="5051679"/>
                <a:ext cx="548005" cy="368300"/>
              </a:xfrm>
              <a:prstGeom prst="rect">
                <a:avLst/>
              </a:prstGeom>
              <a:blipFill rotWithShape="1">
                <a:blip r:embed="rId10"/>
                <a:stretch>
                  <a:fillRect l="-104" t="-69" r="104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接连接符 48"/>
          <p:cNvCxnSpPr/>
          <p:nvPr/>
        </p:nvCxnSpPr>
        <p:spPr>
          <a:xfrm flipV="1">
            <a:off x="4106545" y="610870"/>
            <a:ext cx="2134870" cy="139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V="1">
            <a:off x="4106545" y="1597660"/>
            <a:ext cx="2134870" cy="139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3971226" y="235204"/>
                <a:ext cx="45275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226" y="235204"/>
                <a:ext cx="452755" cy="368300"/>
              </a:xfrm>
              <a:prstGeom prst="rect">
                <a:avLst/>
              </a:prstGeom>
              <a:blipFill rotWithShape="1">
                <a:blip r:embed="rId11"/>
                <a:stretch>
                  <a:fillRect l="-126" t="-69" r="126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/>
              <p:cNvSpPr txBox="1"/>
              <p:nvPr/>
            </p:nvSpPr>
            <p:spPr>
              <a:xfrm>
                <a:off x="4077271" y="1597914"/>
                <a:ext cx="40576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271" y="1597914"/>
                <a:ext cx="405765" cy="368300"/>
              </a:xfrm>
              <a:prstGeom prst="rect">
                <a:avLst/>
              </a:prstGeom>
              <a:blipFill rotWithShape="1">
                <a:blip r:embed="rId12"/>
                <a:stretch>
                  <a:fillRect l="-141" t="-69" r="141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/>
              <p:cNvSpPr txBox="1"/>
              <p:nvPr/>
            </p:nvSpPr>
            <p:spPr>
              <a:xfrm>
                <a:off x="5794311" y="198374"/>
                <a:ext cx="116967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311" y="198374"/>
                <a:ext cx="1169670" cy="368300"/>
              </a:xfrm>
              <a:prstGeom prst="rect">
                <a:avLst/>
              </a:prstGeom>
              <a:blipFill rotWithShape="1">
                <a:blip r:embed="rId13"/>
                <a:stretch>
                  <a:fillRect l="-49" t="-69" r="4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本框 54"/>
              <p:cNvSpPr txBox="1"/>
              <p:nvPr/>
            </p:nvSpPr>
            <p:spPr>
              <a:xfrm>
                <a:off x="5775261" y="1719199"/>
                <a:ext cx="75120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𝐵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5" name="文本框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261" y="1719199"/>
                <a:ext cx="751205" cy="368300"/>
              </a:xfrm>
              <a:prstGeom prst="rect">
                <a:avLst/>
              </a:prstGeom>
              <a:blipFill rotWithShape="1">
                <a:blip r:embed="rId14"/>
                <a:stretch>
                  <a:fillRect l="-76" t="-69" r="76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椭圆 55"/>
          <p:cNvSpPr/>
          <p:nvPr/>
        </p:nvSpPr>
        <p:spPr>
          <a:xfrm>
            <a:off x="4351655" y="1480185"/>
            <a:ext cx="248920" cy="24892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4334510" y="1414780"/>
            <a:ext cx="2832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</a:rPr>
              <a:t>•</a:t>
            </a:r>
            <a:endParaRPr lang="zh-CN" altLang="en-US">
              <a:latin typeface="微软雅黑" panose="020B0503020204020204" charset="-122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4356100" y="493395"/>
            <a:ext cx="248920" cy="24892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4334510" y="432435"/>
            <a:ext cx="351790" cy="419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latin typeface="微软雅黑" panose="020B0503020204020204" charset="-122"/>
              </a:rPr>
              <a:t>•</a:t>
            </a:r>
            <a:endParaRPr lang="zh-CN" altLang="en-US"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/>
              <p:cNvSpPr txBox="1"/>
              <p:nvPr/>
            </p:nvSpPr>
            <p:spPr>
              <a:xfrm>
                <a:off x="4750371" y="1813179"/>
                <a:ext cx="59499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III</m:t>
                      </m:r>
                    </m:oMath>
                  </m:oMathPara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0" name="文本框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371" y="1813179"/>
                <a:ext cx="594995" cy="368300"/>
              </a:xfrm>
              <a:prstGeom prst="rect">
                <a:avLst/>
              </a:prstGeom>
              <a:blipFill rotWithShape="1">
                <a:blip r:embed="rId15"/>
                <a:stretch>
                  <a:fillRect l="-96" t="-69" r="96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/>
              <p:cNvSpPr txBox="1"/>
              <p:nvPr/>
            </p:nvSpPr>
            <p:spPr>
              <a:xfrm>
                <a:off x="4851336" y="936244"/>
                <a:ext cx="46291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II</m:t>
                      </m:r>
                    </m:oMath>
                  </m:oMathPara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336" y="936244"/>
                <a:ext cx="462915" cy="368300"/>
              </a:xfrm>
              <a:prstGeom prst="rect">
                <a:avLst/>
              </a:prstGeom>
              <a:blipFill rotWithShape="1">
                <a:blip r:embed="rId16"/>
                <a:stretch>
                  <a:fillRect l="-123" t="-69" r="123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 txBox="1"/>
              <p:nvPr/>
            </p:nvSpPr>
            <p:spPr>
              <a:xfrm>
                <a:off x="4923726" y="166624"/>
                <a:ext cx="36004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I</m:t>
                      </m:r>
                    </m:oMath>
                  </m:oMathPara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726" y="166624"/>
                <a:ext cx="360045" cy="368300"/>
              </a:xfrm>
              <a:prstGeom prst="rect">
                <a:avLst/>
              </a:prstGeom>
              <a:blipFill rotWithShape="1">
                <a:blip r:embed="rId17"/>
                <a:stretch>
                  <a:fillRect l="-159" t="-69" r="15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平行四边形 63"/>
          <p:cNvSpPr/>
          <p:nvPr/>
        </p:nvSpPr>
        <p:spPr>
          <a:xfrm>
            <a:off x="7412990" y="539115"/>
            <a:ext cx="4578985" cy="1911985"/>
          </a:xfrm>
          <a:prstGeom prst="parallelogram">
            <a:avLst>
              <a:gd name="adj" fmla="val 66688"/>
            </a:avLst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5" name="直接箭头连接符 64"/>
          <p:cNvCxnSpPr/>
          <p:nvPr/>
        </p:nvCxnSpPr>
        <p:spPr>
          <a:xfrm>
            <a:off x="6964045" y="1527175"/>
            <a:ext cx="1439545" cy="9099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V="1">
            <a:off x="8396605" y="553085"/>
            <a:ext cx="2306955" cy="18764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10703560" y="566420"/>
            <a:ext cx="1242060" cy="7835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10703560" y="105410"/>
            <a:ext cx="0" cy="11595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8396605" y="1758950"/>
            <a:ext cx="0" cy="11087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弧形 69"/>
          <p:cNvSpPr/>
          <p:nvPr/>
        </p:nvSpPr>
        <p:spPr>
          <a:xfrm rot="1020000">
            <a:off x="7346950" y="2230755"/>
            <a:ext cx="386080" cy="322580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本框 70"/>
              <p:cNvSpPr txBox="1"/>
              <p:nvPr/>
            </p:nvSpPr>
            <p:spPr>
              <a:xfrm>
                <a:off x="7228141" y="2103374"/>
                <a:ext cx="117538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𝜙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1" name="文本框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141" y="2103374"/>
                <a:ext cx="1175385" cy="368300"/>
              </a:xfrm>
              <a:prstGeom prst="rect">
                <a:avLst/>
              </a:prstGeom>
              <a:blipFill rotWithShape="1">
                <a:blip r:embed="rId18"/>
                <a:stretch>
                  <a:fillRect l="-49" t="-69" r="4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 71"/>
          <p:cNvSpPr/>
          <p:nvPr/>
        </p:nvSpPr>
        <p:spPr>
          <a:xfrm rot="2100000" flipH="1">
            <a:off x="7738110" y="1884680"/>
            <a:ext cx="157480" cy="1727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 rot="2040000">
            <a:off x="11544300" y="1145540"/>
            <a:ext cx="140335" cy="1536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89750" y="3413125"/>
            <a:ext cx="3905250" cy="275971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1.xml><?xml version="1.0" encoding="utf-8"?>
<p:tagLst xmlns:p="http://schemas.openxmlformats.org/presentationml/2006/main">
  <p:tag name="commondata" val="eyJoZGlkIjoiYTdhNTIwYWMzMWRjNWYyMDQ5MTEwMzExMGViOWY4ZW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WPS 演示</Application>
  <PresentationFormat>宽屏</PresentationFormat>
  <Paragraphs>212</Paragraphs>
  <Slides>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50</vt:i4>
      </vt:variant>
      <vt:variant>
        <vt:lpstr>幻灯片标题</vt:lpstr>
      </vt:variant>
      <vt:variant>
        <vt:i4>4</vt:i4>
      </vt:variant>
    </vt:vector>
  </HeadingPairs>
  <TitlesOfParts>
    <vt:vector size="66" baseType="lpstr">
      <vt:lpstr>Arial</vt:lpstr>
      <vt:lpstr>宋体</vt:lpstr>
      <vt:lpstr>Wingdings</vt:lpstr>
      <vt:lpstr>微软雅黑</vt:lpstr>
      <vt:lpstr>Wingdings</vt:lpstr>
      <vt:lpstr>Cambria Math</vt:lpstr>
      <vt:lpstr>MS Mincho</vt:lpstr>
      <vt:lpstr>Times New Roman</vt:lpstr>
      <vt:lpstr>Arial Unicode MS</vt:lpstr>
      <vt:lpstr>Calibri</vt:lpstr>
      <vt:lpstr>田氏方筆刷体</vt:lpstr>
      <vt:lpstr>WPS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打小超</cp:lastModifiedBy>
  <cp:revision>173</cp:revision>
  <dcterms:created xsi:type="dcterms:W3CDTF">2019-06-19T02:08:00Z</dcterms:created>
  <dcterms:modified xsi:type="dcterms:W3CDTF">2024-08-21T08:07:32Z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2052-12.1.0.17827</vt:lpwstr>
  </property>
  <property fmtid="{D5CDD505-2E9C-101B-9397-08002B2CF9AE}" pid="3" name="ICV">
    <vt:lpwstr>6E3E0A75BC864529859B0C439417D710_13</vt:lpwstr>
  </property>
</Properties>
</file>